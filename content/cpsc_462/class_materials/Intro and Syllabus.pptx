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</p:sldMasterIdLst>
  <p:notesMasterIdLst>
    <p:notesMasterId r:id="rId8"/>
  </p:notesMasterIdLst>
  <p:sldIdLst>
    <p:sldId id="960" r:id="rId2"/>
    <p:sldId id="956" r:id="rId3"/>
    <p:sldId id="1222" r:id="rId4"/>
    <p:sldId id="1224" r:id="rId5"/>
    <p:sldId id="1225" r:id="rId6"/>
    <p:sldId id="122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8"/>
    <a:srgbClr val="0000A3"/>
    <a:srgbClr val="3C6CDF"/>
    <a:srgbClr val="9CDFF9"/>
    <a:srgbClr val="B8C2C9"/>
    <a:srgbClr val="D6DCE0"/>
    <a:srgbClr val="010086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E7F664-68CB-4DB1-8355-4344A60BA41F}" v="111" dt="2026-08-22T15:21:32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58"/>
    <p:restoredTop sz="93130"/>
  </p:normalViewPr>
  <p:slideViewPr>
    <p:cSldViewPr snapToGrid="0" snapToObjects="1">
      <p:cViewPr varScale="1">
        <p:scale>
          <a:sx n="80" d="100"/>
          <a:sy n="80" d="100"/>
        </p:scale>
        <p:origin x="60" y="147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mia Sultana" userId="4574f735e7964e2b" providerId="LiveId" clId="{4E5C290B-8CBF-45EA-8A68-56950B765727}"/>
    <pc:docChg chg="custSel addSld delSld modSld">
      <pc:chgData name="Rumia Sultana" userId="4574f735e7964e2b" providerId="LiveId" clId="{4E5C290B-8CBF-45EA-8A68-56950B765727}" dt="2026-08-24T01:01:49.141" v="387" actId="47"/>
      <pc:docMkLst>
        <pc:docMk/>
      </pc:docMkLst>
      <pc:sldChg chg="addSp delSp modSp mod delAnim">
        <pc:chgData name="Rumia Sultana" userId="4574f735e7964e2b" providerId="LiveId" clId="{4E5C290B-8CBF-45EA-8A68-56950B765727}" dt="2026-08-22T15:04:14.597" v="38" actId="20577"/>
        <pc:sldMkLst>
          <pc:docMk/>
          <pc:sldMk cId="1772385081" sldId="956"/>
        </pc:sldMkLst>
        <pc:spChg chg="mod">
          <ac:chgData name="Rumia Sultana" userId="4574f735e7964e2b" providerId="LiveId" clId="{4E5C290B-8CBF-45EA-8A68-56950B765727}" dt="2026-08-22T15:04:14.597" v="38" actId="20577"/>
          <ac:spMkLst>
            <pc:docMk/>
            <pc:sldMk cId="1772385081" sldId="956"/>
            <ac:spMk id="2" creationId="{3B8CD900-19EC-824C-BF74-AADFBF5A172E}"/>
          </ac:spMkLst>
        </pc:spChg>
      </pc:sldChg>
      <pc:sldChg chg="addSp modSp mod">
        <pc:chgData name="Rumia Sultana" userId="4574f735e7964e2b" providerId="LiveId" clId="{4E5C290B-8CBF-45EA-8A68-56950B765727}" dt="2026-08-24T01:01:25.789" v="386" actId="14100"/>
        <pc:sldMkLst>
          <pc:docMk/>
          <pc:sldMk cId="2314825519" sldId="960"/>
        </pc:sldMkLst>
        <pc:spChg chg="mod">
          <ac:chgData name="Rumia Sultana" userId="4574f735e7964e2b" providerId="LiveId" clId="{4E5C290B-8CBF-45EA-8A68-56950B765727}" dt="2026-08-22T15:26:23.413" v="385" actId="14100"/>
          <ac:spMkLst>
            <pc:docMk/>
            <pc:sldMk cId="2314825519" sldId="960"/>
            <ac:spMk id="3" creationId="{CCC80C3A-FA40-BD44-901E-27B4E4B22B51}"/>
          </ac:spMkLst>
        </pc:spChg>
        <pc:spChg chg="add mod">
          <ac:chgData name="Rumia Sultana" userId="4574f735e7964e2b" providerId="LiveId" clId="{4E5C290B-8CBF-45EA-8A68-56950B765727}" dt="2026-08-24T01:01:25.789" v="386" actId="14100"/>
          <ac:spMkLst>
            <pc:docMk/>
            <pc:sldMk cId="2314825519" sldId="960"/>
            <ac:spMk id="4" creationId="{26D3D38B-2DEB-265C-83DD-27B3899BDA6F}"/>
          </ac:spMkLst>
        </pc:spChg>
      </pc:sldChg>
      <pc:sldChg chg="modSp mod">
        <pc:chgData name="Rumia Sultana" userId="4574f735e7964e2b" providerId="LiveId" clId="{4E5C290B-8CBF-45EA-8A68-56950B765727}" dt="2026-08-22T15:04:22.175" v="46" actId="20577"/>
        <pc:sldMkLst>
          <pc:docMk/>
          <pc:sldMk cId="1653300951" sldId="1222"/>
        </pc:sldMkLst>
        <pc:spChg chg="mod">
          <ac:chgData name="Rumia Sultana" userId="4574f735e7964e2b" providerId="LiveId" clId="{4E5C290B-8CBF-45EA-8A68-56950B765727}" dt="2026-08-22T15:04:22.175" v="46" actId="20577"/>
          <ac:spMkLst>
            <pc:docMk/>
            <pc:sldMk cId="1653300951" sldId="1222"/>
            <ac:spMk id="9" creationId="{55AB9D8D-7F05-094B-8DA6-3095A7A7A096}"/>
          </ac:spMkLst>
        </pc:spChg>
      </pc:sldChg>
      <pc:sldChg chg="modSp add del mod">
        <pc:chgData name="Rumia Sultana" userId="4574f735e7964e2b" providerId="LiveId" clId="{4E5C290B-8CBF-45EA-8A68-56950B765727}" dt="2026-08-24T01:01:49.141" v="387" actId="47"/>
        <pc:sldMkLst>
          <pc:docMk/>
          <pc:sldMk cId="2671666550" sldId="1223"/>
        </pc:sldMkLst>
        <pc:spChg chg="mod">
          <ac:chgData name="Rumia Sultana" userId="4574f735e7964e2b" providerId="LiveId" clId="{4E5C290B-8CBF-45EA-8A68-56950B765727}" dt="2026-08-22T15:05:20.489" v="48"/>
          <ac:spMkLst>
            <pc:docMk/>
            <pc:sldMk cId="2671666550" sldId="1223"/>
            <ac:spMk id="2" creationId="{80F6143E-08FB-6C7C-2344-ACA6DB802915}"/>
          </ac:spMkLst>
        </pc:spChg>
        <pc:spChg chg="mod">
          <ac:chgData name="Rumia Sultana" userId="4574f735e7964e2b" providerId="LiveId" clId="{4E5C290B-8CBF-45EA-8A68-56950B765727}" dt="2026-08-22T15:05:58.500" v="52" actId="12"/>
          <ac:spMkLst>
            <pc:docMk/>
            <pc:sldMk cId="2671666550" sldId="1223"/>
            <ac:spMk id="9" creationId="{3D48281D-71B8-EDAD-7B8A-4E80F2887A68}"/>
          </ac:spMkLst>
        </pc:spChg>
      </pc:sldChg>
      <pc:sldChg chg="modSp add mod">
        <pc:chgData name="Rumia Sultana" userId="4574f735e7964e2b" providerId="LiveId" clId="{4E5C290B-8CBF-45EA-8A68-56950B765727}" dt="2026-08-22T15:24:52.755" v="369" actId="14100"/>
        <pc:sldMkLst>
          <pc:docMk/>
          <pc:sldMk cId="2218344548" sldId="1224"/>
        </pc:sldMkLst>
        <pc:spChg chg="mod">
          <ac:chgData name="Rumia Sultana" userId="4574f735e7964e2b" providerId="LiveId" clId="{4E5C290B-8CBF-45EA-8A68-56950B765727}" dt="2026-08-22T15:24:52.755" v="369" actId="14100"/>
          <ac:spMkLst>
            <pc:docMk/>
            <pc:sldMk cId="2218344548" sldId="1224"/>
            <ac:spMk id="9" creationId="{13BE86D9-AC6A-9497-A47E-74B4378ADAAE}"/>
          </ac:spMkLst>
        </pc:spChg>
      </pc:sldChg>
      <pc:sldChg chg="addSp delSp modSp add mod modAnim">
        <pc:chgData name="Rumia Sultana" userId="4574f735e7964e2b" providerId="LiveId" clId="{4E5C290B-8CBF-45EA-8A68-56950B765727}" dt="2026-08-22T15:25:15.618" v="371" actId="1076"/>
        <pc:sldMkLst>
          <pc:docMk/>
          <pc:sldMk cId="2616390030" sldId="1225"/>
        </pc:sldMkLst>
        <pc:spChg chg="mod">
          <ac:chgData name="Rumia Sultana" userId="4574f735e7964e2b" providerId="LiveId" clId="{4E5C290B-8CBF-45EA-8A68-56950B765727}" dt="2026-08-22T15:14:39.498" v="188" actId="1076"/>
          <ac:spMkLst>
            <pc:docMk/>
            <pc:sldMk cId="2616390030" sldId="1225"/>
            <ac:spMk id="2" creationId="{EEB692F7-EA52-1763-E5AE-276F23C21B24}"/>
          </ac:spMkLst>
        </pc:spChg>
        <pc:spChg chg="add mod">
          <ac:chgData name="Rumia Sultana" userId="4574f735e7964e2b" providerId="LiveId" clId="{4E5C290B-8CBF-45EA-8A68-56950B765727}" dt="2026-08-22T15:21:32.440" v="299" actId="20577"/>
          <ac:spMkLst>
            <pc:docMk/>
            <pc:sldMk cId="2616390030" sldId="1225"/>
            <ac:spMk id="5" creationId="{2476184E-FDE6-687D-40FA-0AF09BAFDF6B}"/>
          </ac:spMkLst>
        </pc:spChg>
        <pc:spChg chg="add mod">
          <ac:chgData name="Rumia Sultana" userId="4574f735e7964e2b" providerId="LiveId" clId="{4E5C290B-8CBF-45EA-8A68-56950B765727}" dt="2026-08-22T15:16:02.454" v="222"/>
          <ac:spMkLst>
            <pc:docMk/>
            <pc:sldMk cId="2616390030" sldId="1225"/>
            <ac:spMk id="7" creationId="{BB9D7FB2-F6CF-B585-109A-5A14F16B0E5B}"/>
          </ac:spMkLst>
        </pc:spChg>
        <pc:spChg chg="add mod">
          <ac:chgData name="Rumia Sultana" userId="4574f735e7964e2b" providerId="LiveId" clId="{4E5C290B-8CBF-45EA-8A68-56950B765727}" dt="2026-08-22T15:19:07.910" v="256" actId="20577"/>
          <ac:spMkLst>
            <pc:docMk/>
            <pc:sldMk cId="2616390030" sldId="1225"/>
            <ac:spMk id="8" creationId="{516AD342-478C-9CDA-1C0A-BB02A8ED236D}"/>
          </ac:spMkLst>
        </pc:spChg>
        <pc:spChg chg="add mod">
          <ac:chgData name="Rumia Sultana" userId="4574f735e7964e2b" providerId="LiveId" clId="{4E5C290B-8CBF-45EA-8A68-56950B765727}" dt="2026-08-22T15:25:15.618" v="371" actId="1076"/>
          <ac:spMkLst>
            <pc:docMk/>
            <pc:sldMk cId="2616390030" sldId="1225"/>
            <ac:spMk id="10" creationId="{728F3C36-601F-81ED-D40C-031B2228833E}"/>
          </ac:spMkLst>
        </pc:spChg>
        <pc:spChg chg="add mod">
          <ac:chgData name="Rumia Sultana" userId="4574f735e7964e2b" providerId="LiveId" clId="{4E5C290B-8CBF-45EA-8A68-56950B765727}" dt="2026-08-22T15:16:56.482" v="225"/>
          <ac:spMkLst>
            <pc:docMk/>
            <pc:sldMk cId="2616390030" sldId="1225"/>
            <ac:spMk id="11" creationId="{045A8572-3404-37D8-6B2C-B7B5A6EB4E60}"/>
          </ac:spMkLst>
        </pc:spChg>
        <pc:spChg chg="add mod">
          <ac:chgData name="Rumia Sultana" userId="4574f735e7964e2b" providerId="LiveId" clId="{4E5C290B-8CBF-45EA-8A68-56950B765727}" dt="2026-08-22T15:25:09.887" v="370" actId="1076"/>
          <ac:spMkLst>
            <pc:docMk/>
            <pc:sldMk cId="2616390030" sldId="1225"/>
            <ac:spMk id="12" creationId="{A06FE801-D9C7-C22E-B6F4-F30F094AEEF9}"/>
          </ac:spMkLst>
        </pc:spChg>
      </pc:sldChg>
      <pc:sldChg chg="addSp delSp modSp add mod delAnim">
        <pc:chgData name="Rumia Sultana" userId="4574f735e7964e2b" providerId="LiveId" clId="{4E5C290B-8CBF-45EA-8A68-56950B765727}" dt="2026-08-22T15:24:13.595" v="368" actId="313"/>
        <pc:sldMkLst>
          <pc:docMk/>
          <pc:sldMk cId="622397160" sldId="1226"/>
        </pc:sldMkLst>
        <pc:spChg chg="mod">
          <ac:chgData name="Rumia Sultana" userId="4574f735e7964e2b" providerId="LiveId" clId="{4E5C290B-8CBF-45EA-8A68-56950B765727}" dt="2026-08-22T15:24:13.595" v="368" actId="313"/>
          <ac:spMkLst>
            <pc:docMk/>
            <pc:sldMk cId="622397160" sldId="1226"/>
            <ac:spMk id="2" creationId="{364C27C3-F7E7-F404-F49E-587DEB850FA7}"/>
          </ac:spMkLst>
        </pc:spChg>
        <pc:spChg chg="add mod">
          <ac:chgData name="Rumia Sultana" userId="4574f735e7964e2b" providerId="LiveId" clId="{4E5C290B-8CBF-45EA-8A68-56950B765727}" dt="2026-08-22T15:23:59.624" v="367" actId="14100"/>
          <ac:spMkLst>
            <pc:docMk/>
            <pc:sldMk cId="622397160" sldId="1226"/>
            <ac:spMk id="4" creationId="{0BF61706-3C51-9ABF-C477-41B6576206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200" i="1" dirty="0">
                <a:solidFill>
                  <a:srgbClr val="0000A3"/>
                </a:solidFill>
                <a:latin typeface="+mn-lt"/>
              </a:rPr>
              <a:t>Adapted from Computer Networking: A Top-Down Approach </a:t>
            </a:r>
            <a:br>
              <a:rPr lang="en-US" altLang="en-US" sz="12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000" dirty="0">
                <a:latin typeface="+mn-lt"/>
              </a:rPr>
              <a:t>8</a:t>
            </a:r>
            <a:r>
              <a:rPr lang="en-US" altLang="en-US" sz="1000" baseline="30000" dirty="0">
                <a:latin typeface="+mn-lt"/>
              </a:rPr>
              <a:t>th</a:t>
            </a:r>
            <a:r>
              <a:rPr lang="en-US" altLang="en-US" sz="1000" dirty="0">
                <a:latin typeface="+mn-lt"/>
              </a:rPr>
              <a:t> edition </a:t>
            </a:r>
            <a:br>
              <a:rPr lang="en-US" altLang="en-US" sz="1000" dirty="0">
                <a:latin typeface="+mn-lt"/>
              </a:rPr>
            </a:br>
            <a:r>
              <a:rPr lang="en-US" altLang="en-US" sz="1000" dirty="0">
                <a:latin typeface="+mn-lt"/>
              </a:rPr>
              <a:t>Jim Kurose, Keith Ross</a:t>
            </a:r>
            <a:br>
              <a:rPr lang="en-US" altLang="en-US" sz="1000" dirty="0">
                <a:latin typeface="+mn-lt"/>
              </a:rPr>
            </a:br>
            <a:r>
              <a:rPr lang="en-US" altLang="en-US" sz="1000" dirty="0">
                <a:latin typeface="+mn-lt"/>
              </a:rPr>
              <a:t>Pearson, 2020</a:t>
            </a:r>
            <a:endParaRPr lang="en-US" altLang="en-US" sz="105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17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91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844F-1D13-CAA8-A2D2-E920F9448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0ABAB-C93E-2613-0E12-0AFBBB6F0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48F3C-7326-4D70-7C36-66E1593BD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AE8B3-D812-A254-EAF2-2B6E4A042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046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F650-EB7B-12D2-07CB-6D721A55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FE5499-B8C7-5492-C7A8-8EB60FD88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B00CF-DBF5-11D5-B604-B475BE2C5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183A-2586-5E97-E40D-1EB93E1E7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11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E5115-2F12-4CDB-B56E-A2A44E7A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C77CC-A215-8735-424F-09DCEB056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65B37-BC66-E26C-9358-F9C99A0D1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48BAE-5179-82DF-E6A7-713581A73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>
          <a:gsLst>
            <a:gs pos="0">
              <a:schemeClr val="accent2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F151-2BD2-4AF4-B0F1-6E3ABCC14A9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Embry-Riddle Aeronautical University-Prescott Campus Information, Costs ...">
            <a:extLst>
              <a:ext uri="{FF2B5EF4-FFF2-40B4-BE49-F238E27FC236}">
                <a16:creationId xmlns:a16="http://schemas.microsoft.com/office/drawing/2014/main" id="{DDB574B0-5CB0-47E6-0DF3-12FB82A5D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47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85028-BBC9-4A2A-9F26-03DFD20C0295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3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1289-B787-48DB-9A24-63AA5489D51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12964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52344-DAAB-4FD5-91DB-6BBA52A1EDCF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17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3142-82F9-4CD9-8CBB-91CF3F2E401F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96321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BC2-B5AF-487B-B819-C7C342383A22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15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E9B51-4A9C-4263-A25A-4A3E7831C5DD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4638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80F9209-0571-4BB9-979F-D93A062D0337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436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56D4-3A31-4F7F-8586-C0CE65482D54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8770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F8FFC-FF4C-4777-8A91-B90755008A71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9472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773E-F484-4003-AEE3-60C11254277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44899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5C0FA8-0239-47F4-AA61-3BB0DD9ADB45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Embry-Riddle Aeronautical University-Prescott Campus Information, Costs ...">
            <a:extLst>
              <a:ext uri="{FF2B5EF4-FFF2-40B4-BE49-F238E27FC236}">
                <a16:creationId xmlns:a16="http://schemas.microsoft.com/office/drawing/2014/main" id="{8EF81F8A-222C-27BF-1749-F06A0802B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80512" cy="138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map.kaspersky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80C3A-FA40-BD44-901E-27B4E4B2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2004671" cy="365125"/>
          </a:xfrm>
        </p:spPr>
        <p:txBody>
          <a:bodyPr/>
          <a:lstStyle/>
          <a:p>
            <a:r>
              <a:rPr lang="en-US" dirty="0"/>
              <a:t>Introduction and Syllabus: 1-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30" y="1704975"/>
            <a:ext cx="1033757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Introduction to Computer Networks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D3D38B-2DEB-265C-83DD-27B3899BDA6F}"/>
              </a:ext>
            </a:extLst>
          </p:cNvPr>
          <p:cNvSpPr txBox="1"/>
          <p:nvPr/>
        </p:nvSpPr>
        <p:spPr>
          <a:xfrm>
            <a:off x="932328" y="3900722"/>
            <a:ext cx="84925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Instructor: Rumia Sultana, PhD</a:t>
            </a:r>
          </a:p>
          <a:p>
            <a:r>
              <a:rPr lang="en-US" sz="2400" dirty="0"/>
              <a:t>Assistant  Professor of Electrical Engineering and Computer Science</a:t>
            </a:r>
          </a:p>
          <a:p>
            <a:r>
              <a:rPr lang="en-US" sz="2400" dirty="0"/>
              <a:t>EECS Department</a:t>
            </a:r>
          </a:p>
        </p:txBody>
      </p:sp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465" y="289325"/>
            <a:ext cx="10515600" cy="894622"/>
          </a:xfrm>
        </p:spPr>
        <p:txBody>
          <a:bodyPr/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Instructor Introduction</a:t>
            </a:r>
            <a:endParaRPr lang="en-US" dirty="0">
              <a:latin typeface="+mj-lt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6543528-0B87-1143-B8BF-CC1D9BA4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38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404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98690" y="1795832"/>
            <a:ext cx="6618109" cy="5029078"/>
          </a:xfrm>
        </p:spPr>
        <p:txBody>
          <a:bodyPr>
            <a:normAutofit/>
          </a:bodyPr>
          <a:lstStyle/>
          <a:p>
            <a:pPr marL="403225" indent="-285750" eaLnBrk="1" hangingPunct="1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 Introduction</a:t>
            </a:r>
          </a:p>
          <a:p>
            <a:pPr marL="403225" indent="-285750" eaLnBrk="1" hangingPunct="1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Syllabus</a:t>
            </a: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035B-463A-1E40-A130-AE9AA3E3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30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F5263-A479-57DA-1EB6-0723615B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CEDC-1BA8-006E-A994-1E429E87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404" y="289325"/>
            <a:ext cx="10515600" cy="894622"/>
          </a:xfrm>
        </p:spPr>
        <p:txBody>
          <a:bodyPr/>
          <a:lstStyle/>
          <a:p>
            <a:r>
              <a:rPr kumimoji="1" lang="en-US" altLang="ja-JP" dirty="0"/>
              <a:t>Introduce Yourself!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3BE86D9-AC6A-9497-A47E-74B4378ADAA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98690" y="1795832"/>
            <a:ext cx="9851381" cy="502907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Major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Career Goal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Hobby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Anything else you would like to share about yourself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59D97-E77F-6B68-52B1-98997267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44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4E092-EA61-DD73-A9E1-F2C1233F1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92F7-EA52-1763-E5AE-276F23C2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215" y="528384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Why Computer Networks? Why Taking This Course?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6BD4-4D95-02A2-31A7-0E76DAB3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Oval Callout 17">
            <a:extLst>
              <a:ext uri="{FF2B5EF4-FFF2-40B4-BE49-F238E27FC236}">
                <a16:creationId xmlns:a16="http://schemas.microsoft.com/office/drawing/2014/main" id="{2476184E-FDE6-687D-40FA-0AF09BAFDF6B}"/>
              </a:ext>
            </a:extLst>
          </p:cNvPr>
          <p:cNvSpPr/>
          <p:nvPr/>
        </p:nvSpPr>
        <p:spPr>
          <a:xfrm>
            <a:off x="3131717" y="1934110"/>
            <a:ext cx="5258865" cy="1197736"/>
          </a:xfrm>
          <a:prstGeom prst="wedgeEllipseCallout">
            <a:avLst>
              <a:gd name="adj1" fmla="val -25727"/>
              <a:gd name="adj2" fmla="val 6290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Want to understand network functionality</a:t>
            </a:r>
          </a:p>
        </p:txBody>
      </p:sp>
      <p:sp>
        <p:nvSpPr>
          <p:cNvPr id="7" name="Oval Callout 13">
            <a:extLst>
              <a:ext uri="{FF2B5EF4-FFF2-40B4-BE49-F238E27FC236}">
                <a16:creationId xmlns:a16="http://schemas.microsoft.com/office/drawing/2014/main" id="{BB9D7FB2-F6CF-B585-109A-5A14F16B0E5B}"/>
              </a:ext>
            </a:extLst>
          </p:cNvPr>
          <p:cNvSpPr/>
          <p:nvPr/>
        </p:nvSpPr>
        <p:spPr>
          <a:xfrm rot="20817623">
            <a:off x="170875" y="3048270"/>
            <a:ext cx="3519521" cy="1197736"/>
          </a:xfrm>
          <a:prstGeom prst="wedgeEllipseCallout">
            <a:avLst>
              <a:gd name="adj1" fmla="val 37785"/>
              <a:gd name="adj2" fmla="val 52325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High paid career $</a:t>
            </a:r>
          </a:p>
        </p:txBody>
      </p:sp>
      <p:sp>
        <p:nvSpPr>
          <p:cNvPr id="8" name="Oval Callout 16">
            <a:extLst>
              <a:ext uri="{FF2B5EF4-FFF2-40B4-BE49-F238E27FC236}">
                <a16:creationId xmlns:a16="http://schemas.microsoft.com/office/drawing/2014/main" id="{516AD342-478C-9CDA-1C0A-BB02A8ED236D}"/>
              </a:ext>
            </a:extLst>
          </p:cNvPr>
          <p:cNvSpPr/>
          <p:nvPr/>
        </p:nvSpPr>
        <p:spPr>
          <a:xfrm rot="536729">
            <a:off x="7897984" y="2902304"/>
            <a:ext cx="4130806" cy="1197736"/>
          </a:xfrm>
          <a:prstGeom prst="wedgeEllipseCallout">
            <a:avLst>
              <a:gd name="adj1" fmla="val -27239"/>
              <a:gd name="adj2" fmla="val 6533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Want to become a  Network Engineer</a:t>
            </a:r>
          </a:p>
        </p:txBody>
      </p:sp>
      <p:sp>
        <p:nvSpPr>
          <p:cNvPr id="10" name="Oval Callout 18">
            <a:hlinkClick r:id="rId3"/>
            <a:extLst>
              <a:ext uri="{FF2B5EF4-FFF2-40B4-BE49-F238E27FC236}">
                <a16:creationId xmlns:a16="http://schemas.microsoft.com/office/drawing/2014/main" id="{728F3C36-601F-81ED-D40C-031B2228833E}"/>
              </a:ext>
            </a:extLst>
          </p:cNvPr>
          <p:cNvSpPr/>
          <p:nvPr/>
        </p:nvSpPr>
        <p:spPr>
          <a:xfrm rot="270404">
            <a:off x="4724403" y="3527282"/>
            <a:ext cx="2548707" cy="1197736"/>
          </a:xfrm>
          <a:prstGeom prst="wedgeEllipseCallout">
            <a:avLst>
              <a:gd name="adj1" fmla="val -19724"/>
              <a:gd name="adj2" fmla="val 71046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???</a:t>
            </a:r>
          </a:p>
        </p:txBody>
      </p:sp>
      <p:sp>
        <p:nvSpPr>
          <p:cNvPr id="11" name="Oval Callout 15">
            <a:extLst>
              <a:ext uri="{FF2B5EF4-FFF2-40B4-BE49-F238E27FC236}">
                <a16:creationId xmlns:a16="http://schemas.microsoft.com/office/drawing/2014/main" id="{045A8572-3404-37D8-6B2C-B7B5A6EB4E60}"/>
              </a:ext>
            </a:extLst>
          </p:cNvPr>
          <p:cNvSpPr/>
          <p:nvPr/>
        </p:nvSpPr>
        <p:spPr>
          <a:xfrm rot="20205887">
            <a:off x="223105" y="4776378"/>
            <a:ext cx="4718275" cy="1197736"/>
          </a:xfrm>
          <a:prstGeom prst="wedgeEllipseCallout">
            <a:avLst>
              <a:gd name="adj1" fmla="val -19724"/>
              <a:gd name="adj2" fmla="val 71046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Seems easy elective course </a:t>
            </a:r>
            <a:r>
              <a:rPr lang="en-US" sz="2000" dirty="0">
                <a:sym typeface="Wingdings" pitchFamily="2" charset="2"/>
              </a:rPr>
              <a:t></a:t>
            </a:r>
            <a:endParaRPr lang="en-US" sz="2000" dirty="0"/>
          </a:p>
        </p:txBody>
      </p:sp>
      <p:sp>
        <p:nvSpPr>
          <p:cNvPr id="12" name="Oval Callout 12">
            <a:extLst>
              <a:ext uri="{FF2B5EF4-FFF2-40B4-BE49-F238E27FC236}">
                <a16:creationId xmlns:a16="http://schemas.microsoft.com/office/drawing/2014/main" id="{A06FE801-D9C7-C22E-B6F4-F30F094AEEF9}"/>
              </a:ext>
            </a:extLst>
          </p:cNvPr>
          <p:cNvSpPr/>
          <p:nvPr/>
        </p:nvSpPr>
        <p:spPr>
          <a:xfrm rot="965120">
            <a:off x="7076769" y="4837982"/>
            <a:ext cx="5127762" cy="1197736"/>
          </a:xfrm>
          <a:prstGeom prst="wedgeEllipseCallout">
            <a:avLst>
              <a:gd name="adj1" fmla="val -52338"/>
              <a:gd name="adj2" fmla="val 52823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Simply required for my degree!</a:t>
            </a:r>
          </a:p>
        </p:txBody>
      </p:sp>
    </p:spTree>
    <p:extLst>
      <p:ext uri="{BB962C8B-B14F-4D97-AF65-F5344CB8AC3E}">
        <p14:creationId xmlns:p14="http://schemas.microsoft.com/office/powerpoint/2010/main" val="261639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73D6-DB03-389D-BEE4-F0253B0A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C27C3-F7E7-F404-F49E-587DEB85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215" y="528384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Syllabus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170F-686E-0AE1-A1DC-32B6251D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61706-3C51-9ABF-C477-41B65762068B}"/>
              </a:ext>
            </a:extLst>
          </p:cNvPr>
          <p:cNvSpPr txBox="1"/>
          <p:nvPr/>
        </p:nvSpPr>
        <p:spPr>
          <a:xfrm>
            <a:off x="908423" y="2229604"/>
            <a:ext cx="10130117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3200" dirty="0"/>
              <a:t>It is important to know what’s in the syllabus now!</a:t>
            </a:r>
          </a:p>
        </p:txBody>
      </p:sp>
    </p:spTree>
    <p:extLst>
      <p:ext uri="{BB962C8B-B14F-4D97-AF65-F5344CB8AC3E}">
        <p14:creationId xmlns:p14="http://schemas.microsoft.com/office/powerpoint/2010/main" val="6223971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mbry-Riddle" id="{9BE284A0-0215-4267-9ABB-8EE7D1121D7C}" vid="{3B44A817-FE70-449C-9113-9CE2646840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931c963-07b7-4156-ab0e-35d1f79035b8}" enabled="0" method="" siteId="{6931c963-07b7-4156-ab0e-35d1f79035b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Handling Computer Hardware</Template>
  <TotalTime>66405</TotalTime>
  <Words>138</Words>
  <Application>Microsoft Office PowerPoint</Application>
  <PresentationFormat>Widescreen</PresentationFormat>
  <Paragraphs>36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Retrospect</vt:lpstr>
      <vt:lpstr>PowerPoint Presentation</vt:lpstr>
      <vt:lpstr>Instructor Introduction</vt:lpstr>
      <vt:lpstr>Roadmap</vt:lpstr>
      <vt:lpstr>Introduce Yourself!</vt:lpstr>
      <vt:lpstr>Why Computer Networks? Why Taking This Course? </vt:lpstr>
      <vt:lpstr>Syllabus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Rumia Sultana</cp:lastModifiedBy>
  <cp:revision>196</cp:revision>
  <dcterms:created xsi:type="dcterms:W3CDTF">2020-01-18T07:24:59Z</dcterms:created>
  <dcterms:modified xsi:type="dcterms:W3CDTF">2026-08-24T01:01:57Z</dcterms:modified>
</cp:coreProperties>
</file>