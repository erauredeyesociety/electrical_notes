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81" r:id="rId5"/>
    <p:sldId id="272" r:id="rId6"/>
    <p:sldId id="260" r:id="rId7"/>
    <p:sldId id="290" r:id="rId8"/>
    <p:sldId id="288" r:id="rId9"/>
    <p:sldId id="289" r:id="rId10"/>
    <p:sldId id="274" r:id="rId11"/>
    <p:sldId id="278" r:id="rId12"/>
    <p:sldId id="273" r:id="rId13"/>
    <p:sldId id="284" r:id="rId14"/>
    <p:sldId id="285" r:id="rId15"/>
    <p:sldId id="287" r:id="rId16"/>
    <p:sldId id="291" r:id="rId17"/>
    <p:sldId id="298" r:id="rId18"/>
    <p:sldId id="294" r:id="rId19"/>
    <p:sldId id="299" r:id="rId20"/>
    <p:sldId id="296" r:id="rId21"/>
    <p:sldId id="300" r:id="rId22"/>
    <p:sldId id="30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66B9E-F16D-4F6C-AE35-5C2CBE3CC67D}" v="17" dt="2026-08-27T01:38:2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3" y="5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hua Liu" userId="24eb3eb90cb9dbe8" providerId="LiveId" clId="{B59D8C1D-FE72-4781-A7E3-B94CEE8E26CA}"/>
    <pc:docChg chg="undo custSel addSld delSld modSld sldOrd">
      <pc:chgData name="Jianhua Liu" userId="24eb3eb90cb9dbe8" providerId="LiveId" clId="{B59D8C1D-FE72-4781-A7E3-B94CEE8E26CA}" dt="2026-08-27T01:44:13.768" v="6284" actId="1076"/>
      <pc:docMkLst>
        <pc:docMk/>
      </pc:docMkLst>
      <pc:sldChg chg="modSp mod">
        <pc:chgData name="Jianhua Liu" userId="24eb3eb90cb9dbe8" providerId="LiveId" clId="{B59D8C1D-FE72-4781-A7E3-B94CEE8E26CA}" dt="2026-08-27T00:41:15.410" v="3984" actId="27636"/>
        <pc:sldMkLst>
          <pc:docMk/>
          <pc:sldMk cId="249445967" sldId="256"/>
        </pc:sldMkLst>
        <pc:spChg chg="mod">
          <ac:chgData name="Jianhua Liu" userId="24eb3eb90cb9dbe8" providerId="LiveId" clId="{B59D8C1D-FE72-4781-A7E3-B94CEE8E26CA}" dt="2026-08-27T00:41:15.410" v="3984" actId="27636"/>
          <ac:spMkLst>
            <pc:docMk/>
            <pc:sldMk cId="249445967" sldId="256"/>
            <ac:spMk id="2" creationId="{BD8461B6-2773-4F82-D484-446FD9B3FD0B}"/>
          </ac:spMkLst>
        </pc:spChg>
        <pc:spChg chg="mod">
          <ac:chgData name="Jianhua Liu" userId="24eb3eb90cb9dbe8" providerId="LiveId" clId="{B59D8C1D-FE72-4781-A7E3-B94CEE8E26CA}" dt="2026-08-26T16:00:08.056" v="61" actId="20577"/>
          <ac:spMkLst>
            <pc:docMk/>
            <pc:sldMk cId="249445967" sldId="256"/>
            <ac:spMk id="3" creationId="{3F006B43-541B-9A21-24BE-2A8A53213F7F}"/>
          </ac:spMkLst>
        </pc:spChg>
      </pc:sldChg>
      <pc:sldChg chg="addSp delSp modSp mod">
        <pc:chgData name="Jianhua Liu" userId="24eb3eb90cb9dbe8" providerId="LiveId" clId="{B59D8C1D-FE72-4781-A7E3-B94CEE8E26CA}" dt="2026-08-27T00:43:13.596" v="4011" actId="255"/>
        <pc:sldMkLst>
          <pc:docMk/>
          <pc:sldMk cId="4261764486" sldId="258"/>
        </pc:sldMkLst>
        <pc:spChg chg="mod">
          <ac:chgData name="Jianhua Liu" userId="24eb3eb90cb9dbe8" providerId="LiveId" clId="{B59D8C1D-FE72-4781-A7E3-B94CEE8E26CA}" dt="2026-08-26T22:10:06.349" v="2106" actId="14100"/>
          <ac:spMkLst>
            <pc:docMk/>
            <pc:sldMk cId="4261764486" sldId="258"/>
            <ac:spMk id="2" creationId="{14759273-04F3-B3FF-8BF4-789557B7B4C8}"/>
          </ac:spMkLst>
        </pc:spChg>
        <pc:spChg chg="mod">
          <ac:chgData name="Jianhua Liu" userId="24eb3eb90cb9dbe8" providerId="LiveId" clId="{B59D8C1D-FE72-4781-A7E3-B94CEE8E26CA}" dt="2026-08-27T00:42:14.688" v="3987" actId="1076"/>
          <ac:spMkLst>
            <pc:docMk/>
            <pc:sldMk cId="4261764486" sldId="258"/>
            <ac:spMk id="3" creationId="{43677A70-60EB-2E73-B94E-05C2493B5CF3}"/>
          </ac:spMkLst>
        </pc:spChg>
        <pc:spChg chg="del">
          <ac:chgData name="Jianhua Liu" userId="24eb3eb90cb9dbe8" providerId="LiveId" clId="{B59D8C1D-FE72-4781-A7E3-B94CEE8E26CA}" dt="2026-08-26T16:04:29.523" v="170" actId="478"/>
          <ac:spMkLst>
            <pc:docMk/>
            <pc:sldMk cId="4261764486" sldId="258"/>
            <ac:spMk id="4" creationId="{716540B1-FE10-7810-02F4-91D4F6F699DD}"/>
          </ac:spMkLst>
        </pc:spChg>
        <pc:spChg chg="add mod">
          <ac:chgData name="Jianhua Liu" userId="24eb3eb90cb9dbe8" providerId="LiveId" clId="{B59D8C1D-FE72-4781-A7E3-B94CEE8E26CA}" dt="2026-08-27T00:43:13.596" v="4011" actId="255"/>
          <ac:spMkLst>
            <pc:docMk/>
            <pc:sldMk cId="4261764486" sldId="258"/>
            <ac:spMk id="6" creationId="{105E4747-6600-5D65-FC61-8EC1F19EB852}"/>
          </ac:spMkLst>
        </pc:spChg>
        <pc:picChg chg="mod">
          <ac:chgData name="Jianhua Liu" userId="24eb3eb90cb9dbe8" providerId="LiveId" clId="{B59D8C1D-FE72-4781-A7E3-B94CEE8E26CA}" dt="2026-08-26T16:05:36.655" v="245" actId="1076"/>
          <ac:picMkLst>
            <pc:docMk/>
            <pc:sldMk cId="4261764486" sldId="258"/>
            <ac:picMk id="5" creationId="{14415ABF-5891-DAF4-008A-9F228788C321}"/>
          </ac:picMkLst>
        </pc:picChg>
      </pc:sldChg>
      <pc:sldChg chg="addSp modSp mod ord">
        <pc:chgData name="Jianhua Liu" userId="24eb3eb90cb9dbe8" providerId="LiveId" clId="{B59D8C1D-FE72-4781-A7E3-B94CEE8E26CA}" dt="2026-08-27T00:43:34.075" v="4013" actId="1076"/>
        <pc:sldMkLst>
          <pc:docMk/>
          <pc:sldMk cId="1138287931" sldId="259"/>
        </pc:sldMkLst>
        <pc:spChg chg="mod">
          <ac:chgData name="Jianhua Liu" userId="24eb3eb90cb9dbe8" providerId="LiveId" clId="{B59D8C1D-FE72-4781-A7E3-B94CEE8E26CA}" dt="2026-08-26T16:08:41.387" v="255" actId="122"/>
          <ac:spMkLst>
            <pc:docMk/>
            <pc:sldMk cId="1138287931" sldId="259"/>
            <ac:spMk id="3" creationId="{4A647D48-D3A7-3E1A-AFA4-B85F901820C4}"/>
          </ac:spMkLst>
        </pc:spChg>
        <pc:spChg chg="mod">
          <ac:chgData name="Jianhua Liu" userId="24eb3eb90cb9dbe8" providerId="LiveId" clId="{B59D8C1D-FE72-4781-A7E3-B94CEE8E26CA}" dt="2026-08-26T16:09:29.447" v="276" actId="207"/>
          <ac:spMkLst>
            <pc:docMk/>
            <pc:sldMk cId="1138287931" sldId="259"/>
            <ac:spMk id="4" creationId="{9BA8CE96-A7A7-8875-6A5D-113E80F321EB}"/>
          </ac:spMkLst>
        </pc:spChg>
        <pc:spChg chg="mod">
          <ac:chgData name="Jianhua Liu" userId="24eb3eb90cb9dbe8" providerId="LiveId" clId="{B59D8C1D-FE72-4781-A7E3-B94CEE8E26CA}" dt="2026-08-26T16:10:49.502" v="320" actId="1076"/>
          <ac:spMkLst>
            <pc:docMk/>
            <pc:sldMk cId="1138287931" sldId="259"/>
            <ac:spMk id="7" creationId="{1C2A9442-F136-B03C-FFE6-413DD0DBC811}"/>
          </ac:spMkLst>
        </pc:spChg>
        <pc:spChg chg="add mod">
          <ac:chgData name="Jianhua Liu" userId="24eb3eb90cb9dbe8" providerId="LiveId" clId="{B59D8C1D-FE72-4781-A7E3-B94CEE8E26CA}" dt="2026-08-27T00:43:34.075" v="4013" actId="1076"/>
          <ac:spMkLst>
            <pc:docMk/>
            <pc:sldMk cId="1138287931" sldId="259"/>
            <ac:spMk id="12" creationId="{6171AD38-0693-AE60-B943-658B4D9C0CA4}"/>
          </ac:spMkLst>
        </pc:spChg>
        <pc:cxnChg chg="add mod">
          <ac:chgData name="Jianhua Liu" userId="24eb3eb90cb9dbe8" providerId="LiveId" clId="{B59D8C1D-FE72-4781-A7E3-B94CEE8E26CA}" dt="2026-08-26T16:11:28.042" v="328" actId="1036"/>
          <ac:cxnSpMkLst>
            <pc:docMk/>
            <pc:sldMk cId="1138287931" sldId="259"/>
            <ac:cxnSpMk id="10" creationId="{77EF7274-22D5-6928-5FA4-9AAEB430EA72}"/>
          </ac:cxnSpMkLst>
        </pc:cxnChg>
      </pc:sldChg>
      <pc:sldChg chg="addSp delSp modSp mod ord setBg">
        <pc:chgData name="Jianhua Liu" userId="24eb3eb90cb9dbe8" providerId="LiveId" clId="{B59D8C1D-FE72-4781-A7E3-B94CEE8E26CA}" dt="2026-08-27T00:45:36.792" v="4031" actId="1076"/>
        <pc:sldMkLst>
          <pc:docMk/>
          <pc:sldMk cId="2211576973" sldId="260"/>
        </pc:sldMkLst>
        <pc:spChg chg="mod">
          <ac:chgData name="Jianhua Liu" userId="24eb3eb90cb9dbe8" providerId="LiveId" clId="{B59D8C1D-FE72-4781-A7E3-B94CEE8E26CA}" dt="2026-08-26T16:06:10.593" v="248" actId="14100"/>
          <ac:spMkLst>
            <pc:docMk/>
            <pc:sldMk cId="2211576973" sldId="260"/>
            <ac:spMk id="3" creationId="{D78AF303-A490-2A4E-03A3-DB6222DE1721}"/>
          </ac:spMkLst>
        </pc:spChg>
        <pc:spChg chg="add mod">
          <ac:chgData name="Jianhua Liu" userId="24eb3eb90cb9dbe8" providerId="LiveId" clId="{B59D8C1D-FE72-4781-A7E3-B94CEE8E26CA}" dt="2026-08-26T21:34:28.598" v="747" actId="1076"/>
          <ac:spMkLst>
            <pc:docMk/>
            <pc:sldMk cId="2211576973" sldId="260"/>
            <ac:spMk id="4" creationId="{42B57DE2-70A7-C2F9-9967-72F5FFA264B8}"/>
          </ac:spMkLst>
        </pc:spChg>
        <pc:spChg chg="add mod">
          <ac:chgData name="Jianhua Liu" userId="24eb3eb90cb9dbe8" providerId="LiveId" clId="{B59D8C1D-FE72-4781-A7E3-B94CEE8E26CA}" dt="2026-08-26T21:51:05.002" v="1040" actId="1038"/>
          <ac:spMkLst>
            <pc:docMk/>
            <pc:sldMk cId="2211576973" sldId="260"/>
            <ac:spMk id="7" creationId="{0C6C132E-CA94-A67B-E5A6-671612ABFA7C}"/>
          </ac:spMkLst>
        </pc:spChg>
        <pc:spChg chg="add mod">
          <ac:chgData name="Jianhua Liu" userId="24eb3eb90cb9dbe8" providerId="LiveId" clId="{B59D8C1D-FE72-4781-A7E3-B94CEE8E26CA}" dt="2026-08-27T00:45:36.792" v="4031" actId="1076"/>
          <ac:spMkLst>
            <pc:docMk/>
            <pc:sldMk cId="2211576973" sldId="260"/>
            <ac:spMk id="9" creationId="{602F8B83-4DA2-331A-AF66-25619756DC06}"/>
          </ac:spMkLst>
        </pc:spChg>
        <pc:picChg chg="add del mod">
          <ac:chgData name="Jianhua Liu" userId="24eb3eb90cb9dbe8" providerId="LiveId" clId="{B59D8C1D-FE72-4781-A7E3-B94CEE8E26CA}" dt="2026-08-26T21:50:58.265" v="1029" actId="478"/>
          <ac:picMkLst>
            <pc:docMk/>
            <pc:sldMk cId="2211576973" sldId="260"/>
            <ac:picMk id="6" creationId="{69FC705D-D2B0-6E90-017E-D19F5C90EF20}"/>
          </ac:picMkLst>
        </pc:picChg>
      </pc:sldChg>
      <pc:sldChg chg="del">
        <pc:chgData name="Jianhua Liu" userId="24eb3eb90cb9dbe8" providerId="LiveId" clId="{B59D8C1D-FE72-4781-A7E3-B94CEE8E26CA}" dt="2026-08-26T21:41:21.609" v="963" actId="2696"/>
        <pc:sldMkLst>
          <pc:docMk/>
          <pc:sldMk cId="133924013" sldId="261"/>
        </pc:sldMkLst>
      </pc:sldChg>
      <pc:sldChg chg="del">
        <pc:chgData name="Jianhua Liu" userId="24eb3eb90cb9dbe8" providerId="LiveId" clId="{B59D8C1D-FE72-4781-A7E3-B94CEE8E26CA}" dt="2026-08-26T16:07:06.272" v="253" actId="2696"/>
        <pc:sldMkLst>
          <pc:docMk/>
          <pc:sldMk cId="1024517479" sldId="262"/>
        </pc:sldMkLst>
      </pc:sldChg>
      <pc:sldChg chg="modSp del mod ord">
        <pc:chgData name="Jianhua Liu" userId="24eb3eb90cb9dbe8" providerId="LiveId" clId="{B59D8C1D-FE72-4781-A7E3-B94CEE8E26CA}" dt="2026-08-26T21:44:16.618" v="1010" actId="2696"/>
        <pc:sldMkLst>
          <pc:docMk/>
          <pc:sldMk cId="3570530681" sldId="263"/>
        </pc:sldMkLst>
        <pc:spChg chg="mod">
          <ac:chgData name="Jianhua Liu" userId="24eb3eb90cb9dbe8" providerId="LiveId" clId="{B59D8C1D-FE72-4781-A7E3-B94CEE8E26CA}" dt="2026-08-26T21:36:32.694" v="788" actId="20577"/>
          <ac:spMkLst>
            <pc:docMk/>
            <pc:sldMk cId="3570530681" sldId="263"/>
            <ac:spMk id="2" creationId="{C6894F78-8C72-9868-F03B-DB22C2DCB20C}"/>
          </ac:spMkLst>
        </pc:spChg>
        <pc:spChg chg="mod">
          <ac:chgData name="Jianhua Liu" userId="24eb3eb90cb9dbe8" providerId="LiveId" clId="{B59D8C1D-FE72-4781-A7E3-B94CEE8E26CA}" dt="2026-08-26T21:42:48.320" v="974" actId="14100"/>
          <ac:spMkLst>
            <pc:docMk/>
            <pc:sldMk cId="3570530681" sldId="263"/>
            <ac:spMk id="3" creationId="{9EC916CB-4F2F-9381-5B1E-D1270B72653D}"/>
          </ac:spMkLst>
        </pc:spChg>
      </pc:sldChg>
      <pc:sldChg chg="del">
        <pc:chgData name="Jianhua Liu" userId="24eb3eb90cb9dbe8" providerId="LiveId" clId="{B59D8C1D-FE72-4781-A7E3-B94CEE8E26CA}" dt="2026-08-26T21:40:50.961" v="957" actId="2696"/>
        <pc:sldMkLst>
          <pc:docMk/>
          <pc:sldMk cId="1114414779" sldId="264"/>
        </pc:sldMkLst>
      </pc:sldChg>
      <pc:sldChg chg="del">
        <pc:chgData name="Jianhua Liu" userId="24eb3eb90cb9dbe8" providerId="LiveId" clId="{B59D8C1D-FE72-4781-A7E3-B94CEE8E26CA}" dt="2026-08-26T21:40:56.070" v="958" actId="2696"/>
        <pc:sldMkLst>
          <pc:docMk/>
          <pc:sldMk cId="699515394" sldId="266"/>
        </pc:sldMkLst>
      </pc:sldChg>
      <pc:sldChg chg="del">
        <pc:chgData name="Jianhua Liu" userId="24eb3eb90cb9dbe8" providerId="LiveId" clId="{B59D8C1D-FE72-4781-A7E3-B94CEE8E26CA}" dt="2026-08-26T21:41:00.192" v="959" actId="2696"/>
        <pc:sldMkLst>
          <pc:docMk/>
          <pc:sldMk cId="2926135429" sldId="267"/>
        </pc:sldMkLst>
      </pc:sldChg>
      <pc:sldChg chg="del">
        <pc:chgData name="Jianhua Liu" userId="24eb3eb90cb9dbe8" providerId="LiveId" clId="{B59D8C1D-FE72-4781-A7E3-B94CEE8E26CA}" dt="2026-08-26T21:41:12.585" v="961" actId="2696"/>
        <pc:sldMkLst>
          <pc:docMk/>
          <pc:sldMk cId="1401394145" sldId="268"/>
        </pc:sldMkLst>
      </pc:sldChg>
      <pc:sldChg chg="del">
        <pc:chgData name="Jianhua Liu" userId="24eb3eb90cb9dbe8" providerId="LiveId" clId="{B59D8C1D-FE72-4781-A7E3-B94CEE8E26CA}" dt="2026-08-26T21:41:07.830" v="960" actId="2696"/>
        <pc:sldMkLst>
          <pc:docMk/>
          <pc:sldMk cId="4256060671" sldId="269"/>
        </pc:sldMkLst>
      </pc:sldChg>
      <pc:sldChg chg="del">
        <pc:chgData name="Jianhua Liu" userId="24eb3eb90cb9dbe8" providerId="LiveId" clId="{B59D8C1D-FE72-4781-A7E3-B94CEE8E26CA}" dt="2026-08-26T21:27:37.776" v="420" actId="2696"/>
        <pc:sldMkLst>
          <pc:docMk/>
          <pc:sldMk cId="2645971380" sldId="270"/>
        </pc:sldMkLst>
      </pc:sldChg>
      <pc:sldChg chg="del">
        <pc:chgData name="Jianhua Liu" userId="24eb3eb90cb9dbe8" providerId="LiveId" clId="{B59D8C1D-FE72-4781-A7E3-B94CEE8E26CA}" dt="2026-08-26T21:41:18.112" v="962" actId="2696"/>
        <pc:sldMkLst>
          <pc:docMk/>
          <pc:sldMk cId="3207307708" sldId="271"/>
        </pc:sldMkLst>
      </pc:sldChg>
      <pc:sldChg chg="addSp modSp mod ord">
        <pc:chgData name="Jianhua Liu" userId="24eb3eb90cb9dbe8" providerId="LiveId" clId="{B59D8C1D-FE72-4781-A7E3-B94CEE8E26CA}" dt="2026-08-27T00:45:26.129" v="4029" actId="1076"/>
        <pc:sldMkLst>
          <pc:docMk/>
          <pc:sldMk cId="95247950" sldId="272"/>
        </pc:sldMkLst>
        <pc:spChg chg="mod">
          <ac:chgData name="Jianhua Liu" userId="24eb3eb90cb9dbe8" providerId="LiveId" clId="{B59D8C1D-FE72-4781-A7E3-B94CEE8E26CA}" dt="2026-08-26T21:34:58.588" v="753" actId="1076"/>
          <ac:spMkLst>
            <pc:docMk/>
            <pc:sldMk cId="95247950" sldId="272"/>
            <ac:spMk id="6" creationId="{DB15E5EB-C96E-EB82-B8D8-5C451BB8F9F8}"/>
          </ac:spMkLst>
        </pc:spChg>
        <pc:spChg chg="add mod">
          <ac:chgData name="Jianhua Liu" userId="24eb3eb90cb9dbe8" providerId="LiveId" clId="{B59D8C1D-FE72-4781-A7E3-B94CEE8E26CA}" dt="2026-08-27T00:44:51.212" v="4023" actId="1076"/>
          <ac:spMkLst>
            <pc:docMk/>
            <pc:sldMk cId="95247950" sldId="272"/>
            <ac:spMk id="7" creationId="{EB2D0A05-3CA0-4937-0A69-035E080225AE}"/>
          </ac:spMkLst>
        </pc:spChg>
        <pc:picChg chg="add mod">
          <ac:chgData name="Jianhua Liu" userId="24eb3eb90cb9dbe8" providerId="LiveId" clId="{B59D8C1D-FE72-4781-A7E3-B94CEE8E26CA}" dt="2026-08-27T00:45:26.129" v="4029" actId="1076"/>
          <ac:picMkLst>
            <pc:docMk/>
            <pc:sldMk cId="95247950" sldId="272"/>
            <ac:picMk id="3" creationId="{A9A7ED69-DCF0-45E9-2225-F259105A348F}"/>
          </ac:picMkLst>
        </pc:picChg>
        <pc:picChg chg="mod">
          <ac:chgData name="Jianhua Liu" userId="24eb3eb90cb9dbe8" providerId="LiveId" clId="{B59D8C1D-FE72-4781-A7E3-B94CEE8E26CA}" dt="2026-08-26T21:34:54.830" v="752" actId="14100"/>
          <ac:picMkLst>
            <pc:docMk/>
            <pc:sldMk cId="95247950" sldId="272"/>
            <ac:picMk id="5" creationId="{01AA4972-763E-535D-5BD8-39AFF7D970B9}"/>
          </ac:picMkLst>
        </pc:picChg>
      </pc:sldChg>
      <pc:sldChg chg="addSp modSp mod ord">
        <pc:chgData name="Jianhua Liu" userId="24eb3eb90cb9dbe8" providerId="LiveId" clId="{B59D8C1D-FE72-4781-A7E3-B94CEE8E26CA}" dt="2026-08-27T00:49:26.367" v="4181" actId="1076"/>
        <pc:sldMkLst>
          <pc:docMk/>
          <pc:sldMk cId="158176422" sldId="273"/>
        </pc:sldMkLst>
        <pc:spChg chg="add mod">
          <ac:chgData name="Jianhua Liu" userId="24eb3eb90cb9dbe8" providerId="LiveId" clId="{B59D8C1D-FE72-4781-A7E3-B94CEE8E26CA}" dt="2026-08-27T00:49:26.367" v="4181" actId="1076"/>
          <ac:spMkLst>
            <pc:docMk/>
            <pc:sldMk cId="158176422" sldId="273"/>
            <ac:spMk id="5" creationId="{A317087D-C03B-25F2-C522-1E84FC3DB4B1}"/>
          </ac:spMkLst>
        </pc:spChg>
      </pc:sldChg>
      <pc:sldChg chg="addSp modSp mod ord">
        <pc:chgData name="Jianhua Liu" userId="24eb3eb90cb9dbe8" providerId="LiveId" clId="{B59D8C1D-FE72-4781-A7E3-B94CEE8E26CA}" dt="2026-08-27T00:48:24.833" v="4172" actId="1076"/>
        <pc:sldMkLst>
          <pc:docMk/>
          <pc:sldMk cId="2598692515" sldId="274"/>
        </pc:sldMkLst>
        <pc:spChg chg="mod">
          <ac:chgData name="Jianhua Liu" userId="24eb3eb90cb9dbe8" providerId="LiveId" clId="{B59D8C1D-FE72-4781-A7E3-B94CEE8E26CA}" dt="2026-08-27T00:48:02.297" v="4140" actId="1038"/>
          <ac:spMkLst>
            <pc:docMk/>
            <pc:sldMk cId="2598692515" sldId="274"/>
            <ac:spMk id="2" creationId="{8F4EA55A-305E-6768-FF14-5BBC04F064DE}"/>
          </ac:spMkLst>
        </pc:spChg>
        <pc:spChg chg="mod">
          <ac:chgData name="Jianhua Liu" userId="24eb3eb90cb9dbe8" providerId="LiveId" clId="{B59D8C1D-FE72-4781-A7E3-B94CEE8E26CA}" dt="2026-08-27T00:48:08.315" v="4141" actId="1076"/>
          <ac:spMkLst>
            <pc:docMk/>
            <pc:sldMk cId="2598692515" sldId="274"/>
            <ac:spMk id="4" creationId="{BEB3BFDB-47D7-6B04-BF4D-5EA321B1BD1C}"/>
          </ac:spMkLst>
        </pc:spChg>
        <pc:spChg chg="add mod">
          <ac:chgData name="Jianhua Liu" userId="24eb3eb90cb9dbe8" providerId="LiveId" clId="{B59D8C1D-FE72-4781-A7E3-B94CEE8E26CA}" dt="2026-08-27T00:48:24.833" v="4172" actId="1076"/>
          <ac:spMkLst>
            <pc:docMk/>
            <pc:sldMk cId="2598692515" sldId="274"/>
            <ac:spMk id="6" creationId="{47684CF0-4CD6-E8D2-E7A6-C7480E3E603A}"/>
          </ac:spMkLst>
        </pc:spChg>
        <pc:picChg chg="mod">
          <ac:chgData name="Jianhua Liu" userId="24eb3eb90cb9dbe8" providerId="LiveId" clId="{B59D8C1D-FE72-4781-A7E3-B94CEE8E26CA}" dt="2026-08-27T00:48:11.730" v="4169" actId="1038"/>
          <ac:picMkLst>
            <pc:docMk/>
            <pc:sldMk cId="2598692515" sldId="274"/>
            <ac:picMk id="3" creationId="{768FA927-F35F-BB2C-C389-56656C92CF45}"/>
          </ac:picMkLst>
        </pc:picChg>
      </pc:sldChg>
      <pc:sldChg chg="addSp modSp mod ord">
        <pc:chgData name="Jianhua Liu" userId="24eb3eb90cb9dbe8" providerId="LiveId" clId="{B59D8C1D-FE72-4781-A7E3-B94CEE8E26CA}" dt="2026-08-27T00:49:13.809" v="4179" actId="14100"/>
        <pc:sldMkLst>
          <pc:docMk/>
          <pc:sldMk cId="3423846845" sldId="278"/>
        </pc:sldMkLst>
        <pc:spChg chg="add mod">
          <ac:chgData name="Jianhua Liu" userId="24eb3eb90cb9dbe8" providerId="LiveId" clId="{B59D8C1D-FE72-4781-A7E3-B94CEE8E26CA}" dt="2026-08-27T00:49:13.809" v="4179" actId="14100"/>
          <ac:spMkLst>
            <pc:docMk/>
            <pc:sldMk cId="3423846845" sldId="278"/>
            <ac:spMk id="4" creationId="{EFC816CE-497E-43CD-3F4A-8FD1FA762CB6}"/>
          </ac:spMkLst>
        </pc:spChg>
        <pc:picChg chg="mod">
          <ac:chgData name="Jianhua Liu" userId="24eb3eb90cb9dbe8" providerId="LiveId" clId="{B59D8C1D-FE72-4781-A7E3-B94CEE8E26CA}" dt="2026-08-27T00:48:40.862" v="4175" actId="1076"/>
          <ac:picMkLst>
            <pc:docMk/>
            <pc:sldMk cId="3423846845" sldId="278"/>
            <ac:picMk id="3" creationId="{3E16FA83-8585-D425-4E05-6FED70E5EBC5}"/>
          </ac:picMkLst>
        </pc:picChg>
      </pc:sldChg>
      <pc:sldChg chg="del">
        <pc:chgData name="Jianhua Liu" userId="24eb3eb90cb9dbe8" providerId="LiveId" clId="{B59D8C1D-FE72-4781-A7E3-B94CEE8E26CA}" dt="2026-08-26T16:05:48.551" v="246" actId="2696"/>
        <pc:sldMkLst>
          <pc:docMk/>
          <pc:sldMk cId="1743110732" sldId="279"/>
        </pc:sldMkLst>
      </pc:sldChg>
      <pc:sldChg chg="del">
        <pc:chgData name="Jianhua Liu" userId="24eb3eb90cb9dbe8" providerId="LiveId" clId="{B59D8C1D-FE72-4781-A7E3-B94CEE8E26CA}" dt="2026-08-26T21:22:09.017" v="349" actId="2696"/>
        <pc:sldMkLst>
          <pc:docMk/>
          <pc:sldMk cId="3078649760" sldId="280"/>
        </pc:sldMkLst>
      </pc:sldChg>
      <pc:sldChg chg="addSp delSp modSp mod ord">
        <pc:chgData name="Jianhua Liu" userId="24eb3eb90cb9dbe8" providerId="LiveId" clId="{B59D8C1D-FE72-4781-A7E3-B94CEE8E26CA}" dt="2026-08-27T00:44:14.713" v="4017" actId="1076"/>
        <pc:sldMkLst>
          <pc:docMk/>
          <pc:sldMk cId="2962777240" sldId="281"/>
        </pc:sldMkLst>
        <pc:spChg chg="del">
          <ac:chgData name="Jianhua Liu" userId="24eb3eb90cb9dbe8" providerId="LiveId" clId="{B59D8C1D-FE72-4781-A7E3-B94CEE8E26CA}" dt="2026-08-26T21:20:25.628" v="330" actId="478"/>
          <ac:spMkLst>
            <pc:docMk/>
            <pc:sldMk cId="2962777240" sldId="281"/>
            <ac:spMk id="2" creationId="{EA7A5F38-62F1-7B08-3B69-082DADB1B705}"/>
          </ac:spMkLst>
        </pc:spChg>
        <pc:spChg chg="del">
          <ac:chgData name="Jianhua Liu" userId="24eb3eb90cb9dbe8" providerId="LiveId" clId="{B59D8C1D-FE72-4781-A7E3-B94CEE8E26CA}" dt="2026-08-26T21:20:21.862" v="329" actId="478"/>
          <ac:spMkLst>
            <pc:docMk/>
            <pc:sldMk cId="2962777240" sldId="281"/>
            <ac:spMk id="4" creationId="{A994CEB3-89C1-37E3-CF65-774C61DFA244}"/>
          </ac:spMkLst>
        </pc:spChg>
        <pc:spChg chg="add mod">
          <ac:chgData name="Jianhua Liu" userId="24eb3eb90cb9dbe8" providerId="LiveId" clId="{B59D8C1D-FE72-4781-A7E3-B94CEE8E26CA}" dt="2026-08-27T00:44:07.385" v="4015" actId="1076"/>
          <ac:spMkLst>
            <pc:docMk/>
            <pc:sldMk cId="2962777240" sldId="281"/>
            <ac:spMk id="5" creationId="{8EDB83E4-3443-2028-7818-CA0FAEE9FD8C}"/>
          </ac:spMkLst>
        </pc:spChg>
        <pc:spChg chg="add mod">
          <ac:chgData name="Jianhua Liu" userId="24eb3eb90cb9dbe8" providerId="LiveId" clId="{B59D8C1D-FE72-4781-A7E3-B94CEE8E26CA}" dt="2026-08-27T00:43:57.796" v="4014" actId="1076"/>
          <ac:spMkLst>
            <pc:docMk/>
            <pc:sldMk cId="2962777240" sldId="281"/>
            <ac:spMk id="6" creationId="{5E358C04-245B-DB21-0A29-09138692DFCC}"/>
          </ac:spMkLst>
        </pc:spChg>
        <pc:spChg chg="add mod">
          <ac:chgData name="Jianhua Liu" userId="24eb3eb90cb9dbe8" providerId="LiveId" clId="{B59D8C1D-FE72-4781-A7E3-B94CEE8E26CA}" dt="2026-08-27T00:44:14.713" v="4017" actId="1076"/>
          <ac:spMkLst>
            <pc:docMk/>
            <pc:sldMk cId="2962777240" sldId="281"/>
            <ac:spMk id="8" creationId="{A0B70427-BB56-690D-B7AC-984DFF1C486A}"/>
          </ac:spMkLst>
        </pc:spChg>
        <pc:picChg chg="mod">
          <ac:chgData name="Jianhua Liu" userId="24eb3eb90cb9dbe8" providerId="LiveId" clId="{B59D8C1D-FE72-4781-A7E3-B94CEE8E26CA}" dt="2026-08-26T21:21:38.817" v="345" actId="1076"/>
          <ac:picMkLst>
            <pc:docMk/>
            <pc:sldMk cId="2962777240" sldId="281"/>
            <ac:picMk id="3" creationId="{C06ED018-F250-407A-6318-A6DCA4A2CD85}"/>
          </ac:picMkLst>
        </pc:picChg>
      </pc:sldChg>
      <pc:sldChg chg="del">
        <pc:chgData name="Jianhua Liu" userId="24eb3eb90cb9dbe8" providerId="LiveId" clId="{B59D8C1D-FE72-4781-A7E3-B94CEE8E26CA}" dt="2026-08-26T21:22:04.890" v="348" actId="2696"/>
        <pc:sldMkLst>
          <pc:docMk/>
          <pc:sldMk cId="1728617597" sldId="282"/>
        </pc:sldMkLst>
      </pc:sldChg>
      <pc:sldChg chg="addSp delSp modSp mod ord">
        <pc:chgData name="Jianhua Liu" userId="24eb3eb90cb9dbe8" providerId="LiveId" clId="{B59D8C1D-FE72-4781-A7E3-B94CEE8E26CA}" dt="2026-08-27T00:50:28.010" v="4189" actId="1076"/>
        <pc:sldMkLst>
          <pc:docMk/>
          <pc:sldMk cId="123268257" sldId="284"/>
        </pc:sldMkLst>
        <pc:spChg chg="add mod">
          <ac:chgData name="Jianhua Liu" userId="24eb3eb90cb9dbe8" providerId="LiveId" clId="{B59D8C1D-FE72-4781-A7E3-B94CEE8E26CA}" dt="2026-08-27T00:50:28.010" v="4189" actId="1076"/>
          <ac:spMkLst>
            <pc:docMk/>
            <pc:sldMk cId="123268257" sldId="284"/>
            <ac:spMk id="5" creationId="{8AB87602-EBC3-9F1F-AF34-B2A50D89DF06}"/>
          </ac:spMkLst>
        </pc:spChg>
        <pc:spChg chg="del mod">
          <ac:chgData name="Jianhua Liu" userId="24eb3eb90cb9dbe8" providerId="LiveId" clId="{B59D8C1D-FE72-4781-A7E3-B94CEE8E26CA}" dt="2026-08-27T00:49:50.706" v="4185" actId="478"/>
          <ac:spMkLst>
            <pc:docMk/>
            <pc:sldMk cId="123268257" sldId="284"/>
            <ac:spMk id="6" creationId="{395BA23A-73FA-3F7F-45E1-A05871924F24}"/>
          </ac:spMkLst>
        </pc:spChg>
        <pc:picChg chg="mod">
          <ac:chgData name="Jianhua Liu" userId="24eb3eb90cb9dbe8" providerId="LiveId" clId="{B59D8C1D-FE72-4781-A7E3-B94CEE8E26CA}" dt="2026-08-27T00:49:39.488" v="4183" actId="1076"/>
          <ac:picMkLst>
            <pc:docMk/>
            <pc:sldMk cId="123268257" sldId="284"/>
            <ac:picMk id="3" creationId="{E35F0BFA-924A-E40A-FAEC-2833CBD5BDAD}"/>
          </ac:picMkLst>
        </pc:picChg>
      </pc:sldChg>
      <pc:sldChg chg="addSp delSp modSp mod">
        <pc:chgData name="Jianhua Liu" userId="24eb3eb90cb9dbe8" providerId="LiveId" clId="{B59D8C1D-FE72-4781-A7E3-B94CEE8E26CA}" dt="2026-08-27T00:51:33.471" v="4211" actId="1076"/>
        <pc:sldMkLst>
          <pc:docMk/>
          <pc:sldMk cId="1408544168" sldId="285"/>
        </pc:sldMkLst>
        <pc:spChg chg="add del mod">
          <ac:chgData name="Jianhua Liu" userId="24eb3eb90cb9dbe8" providerId="LiveId" clId="{B59D8C1D-FE72-4781-A7E3-B94CEE8E26CA}" dt="2026-08-27T00:50:59.173" v="4194" actId="22"/>
          <ac:spMkLst>
            <pc:docMk/>
            <pc:sldMk cId="1408544168" sldId="285"/>
            <ac:spMk id="5" creationId="{001BDC93-CE40-CBED-51F2-D956E78FDBAF}"/>
          </ac:spMkLst>
        </pc:spChg>
        <pc:spChg chg="add mod">
          <ac:chgData name="Jianhua Liu" userId="24eb3eb90cb9dbe8" providerId="LiveId" clId="{B59D8C1D-FE72-4781-A7E3-B94CEE8E26CA}" dt="2026-08-27T00:51:33.471" v="4211" actId="1076"/>
          <ac:spMkLst>
            <pc:docMk/>
            <pc:sldMk cId="1408544168" sldId="285"/>
            <ac:spMk id="7" creationId="{96F9523F-2DB1-A9A1-6463-8751AA8AC2EC}"/>
          </ac:spMkLst>
        </pc:spChg>
        <pc:picChg chg="mod">
          <ac:chgData name="Jianhua Liu" userId="24eb3eb90cb9dbe8" providerId="LiveId" clId="{B59D8C1D-FE72-4781-A7E3-B94CEE8E26CA}" dt="2026-08-27T00:50:42.935" v="4190" actId="1076"/>
          <ac:picMkLst>
            <pc:docMk/>
            <pc:sldMk cId="1408544168" sldId="285"/>
            <ac:picMk id="3" creationId="{F86C8FCB-1B5B-3BD3-33B9-62CBA64EFB98}"/>
          </ac:picMkLst>
        </pc:picChg>
      </pc:sldChg>
      <pc:sldChg chg="del">
        <pc:chgData name="Jianhua Liu" userId="24eb3eb90cb9dbe8" providerId="LiveId" clId="{B59D8C1D-FE72-4781-A7E3-B94CEE8E26CA}" dt="2026-08-26T21:23:38.045" v="353" actId="2696"/>
        <pc:sldMkLst>
          <pc:docMk/>
          <pc:sldMk cId="19106904" sldId="286"/>
        </pc:sldMkLst>
      </pc:sldChg>
      <pc:sldChg chg="addSp modSp mod">
        <pc:chgData name="Jianhua Liu" userId="24eb3eb90cb9dbe8" providerId="LiveId" clId="{B59D8C1D-FE72-4781-A7E3-B94CEE8E26CA}" dt="2026-08-27T00:52:06.615" v="4213" actId="1076"/>
        <pc:sldMkLst>
          <pc:docMk/>
          <pc:sldMk cId="3350073581" sldId="287"/>
        </pc:sldMkLst>
        <pc:spChg chg="add mod">
          <ac:chgData name="Jianhua Liu" userId="24eb3eb90cb9dbe8" providerId="LiveId" clId="{B59D8C1D-FE72-4781-A7E3-B94CEE8E26CA}" dt="2026-08-27T00:52:06.615" v="4213" actId="1076"/>
          <ac:spMkLst>
            <pc:docMk/>
            <pc:sldMk cId="3350073581" sldId="287"/>
            <ac:spMk id="4" creationId="{F1CD8537-13AD-5F47-9384-C1207BA11129}"/>
          </ac:spMkLst>
        </pc:spChg>
      </pc:sldChg>
      <pc:sldChg chg="addSp modSp mod ord">
        <pc:chgData name="Jianhua Liu" userId="24eb3eb90cb9dbe8" providerId="LiveId" clId="{B59D8C1D-FE72-4781-A7E3-B94CEE8E26CA}" dt="2026-08-27T00:47:26.471" v="4087" actId="1076"/>
        <pc:sldMkLst>
          <pc:docMk/>
          <pc:sldMk cId="1652184800" sldId="288"/>
        </pc:sldMkLst>
        <pc:spChg chg="add mod">
          <ac:chgData name="Jianhua Liu" userId="24eb3eb90cb9dbe8" providerId="LiveId" clId="{B59D8C1D-FE72-4781-A7E3-B94CEE8E26CA}" dt="2026-08-27T00:47:26.471" v="4087" actId="1076"/>
          <ac:spMkLst>
            <pc:docMk/>
            <pc:sldMk cId="1652184800" sldId="288"/>
            <ac:spMk id="4" creationId="{D7D27155-04DA-F8CD-C9E4-43D8B2BCDD57}"/>
          </ac:spMkLst>
        </pc:spChg>
        <pc:picChg chg="mod">
          <ac:chgData name="Jianhua Liu" userId="24eb3eb90cb9dbe8" providerId="LiveId" clId="{B59D8C1D-FE72-4781-A7E3-B94CEE8E26CA}" dt="2026-08-27T00:46:33.328" v="4046" actId="1076"/>
          <ac:picMkLst>
            <pc:docMk/>
            <pc:sldMk cId="1652184800" sldId="288"/>
            <ac:picMk id="3" creationId="{8A7A0813-A5B5-CB5D-0E45-1D422C8EEF20}"/>
          </ac:picMkLst>
        </pc:picChg>
      </pc:sldChg>
      <pc:sldChg chg="addSp modSp mod ord">
        <pc:chgData name="Jianhua Liu" userId="24eb3eb90cb9dbe8" providerId="LiveId" clId="{B59D8C1D-FE72-4781-A7E3-B94CEE8E26CA}" dt="2026-08-27T00:47:49.151" v="4090" actId="1076"/>
        <pc:sldMkLst>
          <pc:docMk/>
          <pc:sldMk cId="3695217679" sldId="289"/>
        </pc:sldMkLst>
        <pc:spChg chg="add mod">
          <ac:chgData name="Jianhua Liu" userId="24eb3eb90cb9dbe8" providerId="LiveId" clId="{B59D8C1D-FE72-4781-A7E3-B94CEE8E26CA}" dt="2026-08-27T00:47:49.151" v="4090" actId="1076"/>
          <ac:spMkLst>
            <pc:docMk/>
            <pc:sldMk cId="3695217679" sldId="289"/>
            <ac:spMk id="4" creationId="{DDD05D08-46E3-6FB1-8CF2-9F7262BFA2A1}"/>
          </ac:spMkLst>
        </pc:spChg>
        <pc:picChg chg="mod">
          <ac:chgData name="Jianhua Liu" userId="24eb3eb90cb9dbe8" providerId="LiveId" clId="{B59D8C1D-FE72-4781-A7E3-B94CEE8E26CA}" dt="2026-08-27T00:47:34.351" v="4088" actId="1076"/>
          <ac:picMkLst>
            <pc:docMk/>
            <pc:sldMk cId="3695217679" sldId="289"/>
            <ac:picMk id="3" creationId="{E9F0E254-5B63-F3C5-EA1E-F03084A9A939}"/>
          </ac:picMkLst>
        </pc:picChg>
      </pc:sldChg>
      <pc:sldChg chg="addSp modSp mod ord">
        <pc:chgData name="Jianhua Liu" userId="24eb3eb90cb9dbe8" providerId="LiveId" clId="{B59D8C1D-FE72-4781-A7E3-B94CEE8E26CA}" dt="2026-08-27T00:46:13.802" v="4045" actId="20577"/>
        <pc:sldMkLst>
          <pc:docMk/>
          <pc:sldMk cId="97272937" sldId="290"/>
        </pc:sldMkLst>
        <pc:spChg chg="add mod">
          <ac:chgData name="Jianhua Liu" userId="24eb3eb90cb9dbe8" providerId="LiveId" clId="{B59D8C1D-FE72-4781-A7E3-B94CEE8E26CA}" dt="2026-08-27T00:45:53.384" v="4033" actId="14100"/>
          <ac:spMkLst>
            <pc:docMk/>
            <pc:sldMk cId="97272937" sldId="290"/>
            <ac:spMk id="2" creationId="{0C8AD5AE-4AEE-B568-EDF6-76143144F11A}"/>
          </ac:spMkLst>
        </pc:spChg>
        <pc:spChg chg="add mod">
          <ac:chgData name="Jianhua Liu" userId="24eb3eb90cb9dbe8" providerId="LiveId" clId="{B59D8C1D-FE72-4781-A7E3-B94CEE8E26CA}" dt="2026-08-26T21:54:29.267" v="1138" actId="27636"/>
          <ac:spMkLst>
            <pc:docMk/>
            <pc:sldMk cId="97272937" sldId="290"/>
            <ac:spMk id="3" creationId="{CB3E1A27-20F2-97DE-4E34-71AEB60514C0}"/>
          </ac:spMkLst>
        </pc:spChg>
        <pc:spChg chg="add mod">
          <ac:chgData name="Jianhua Liu" userId="24eb3eb90cb9dbe8" providerId="LiveId" clId="{B59D8C1D-FE72-4781-A7E3-B94CEE8E26CA}" dt="2026-08-26T21:54:51.458" v="1140" actId="14100"/>
          <ac:spMkLst>
            <pc:docMk/>
            <pc:sldMk cId="97272937" sldId="290"/>
            <ac:spMk id="5" creationId="{9BC48D51-1460-7A63-7EFF-7D602C7DA615}"/>
          </ac:spMkLst>
        </pc:spChg>
        <pc:spChg chg="add mod">
          <ac:chgData name="Jianhua Liu" userId="24eb3eb90cb9dbe8" providerId="LiveId" clId="{B59D8C1D-FE72-4781-A7E3-B94CEE8E26CA}" dt="2026-08-27T00:46:13.802" v="4045" actId="20577"/>
          <ac:spMkLst>
            <pc:docMk/>
            <pc:sldMk cId="97272937" sldId="290"/>
            <ac:spMk id="8" creationId="{E10FB76A-4D7F-74A0-2B5C-8E767FECF3ED}"/>
          </ac:spMkLst>
        </pc:spChg>
        <pc:picChg chg="mod">
          <ac:chgData name="Jianhua Liu" userId="24eb3eb90cb9dbe8" providerId="LiveId" clId="{B59D8C1D-FE72-4781-A7E3-B94CEE8E26CA}" dt="2026-08-26T21:54:54.427" v="1141" actId="1076"/>
          <ac:picMkLst>
            <pc:docMk/>
            <pc:sldMk cId="97272937" sldId="290"/>
            <ac:picMk id="7" creationId="{299B11EE-8328-A2EB-C93D-0FE05CBC5F09}"/>
          </ac:picMkLst>
        </pc:picChg>
        <pc:picChg chg="mod">
          <ac:chgData name="Jianhua Liu" userId="24eb3eb90cb9dbe8" providerId="LiveId" clId="{B59D8C1D-FE72-4781-A7E3-B94CEE8E26CA}" dt="2026-08-26T21:43:10.484" v="978" actId="1076"/>
          <ac:picMkLst>
            <pc:docMk/>
            <pc:sldMk cId="97272937" sldId="290"/>
            <ac:picMk id="9" creationId="{24A64E04-E126-1C81-2187-84CE0D2159C7}"/>
          </ac:picMkLst>
        </pc:picChg>
      </pc:sldChg>
      <pc:sldChg chg="add del">
        <pc:chgData name="Jianhua Liu" userId="24eb3eb90cb9dbe8" providerId="LiveId" clId="{B59D8C1D-FE72-4781-A7E3-B94CEE8E26CA}" dt="2026-08-26T21:40:45.385" v="956" actId="2696"/>
        <pc:sldMkLst>
          <pc:docMk/>
          <pc:sldMk cId="1702623000" sldId="291"/>
        </pc:sldMkLst>
      </pc:sldChg>
      <pc:sldChg chg="delSp modSp add mod ord">
        <pc:chgData name="Jianhua Liu" userId="24eb3eb90cb9dbe8" providerId="LiveId" clId="{B59D8C1D-FE72-4781-A7E3-B94CEE8E26CA}" dt="2026-08-27T00:55:47.945" v="4454" actId="255"/>
        <pc:sldMkLst>
          <pc:docMk/>
          <pc:sldMk cId="2970726773" sldId="291"/>
        </pc:sldMkLst>
        <pc:spChg chg="mod">
          <ac:chgData name="Jianhua Liu" userId="24eb3eb90cb9dbe8" providerId="LiveId" clId="{B59D8C1D-FE72-4781-A7E3-B94CEE8E26CA}" dt="2026-08-27T00:52:23.824" v="4216" actId="1076"/>
          <ac:spMkLst>
            <pc:docMk/>
            <pc:sldMk cId="2970726773" sldId="291"/>
            <ac:spMk id="2" creationId="{80687C30-0952-AF6D-48B3-6D919F644DDC}"/>
          </ac:spMkLst>
        </pc:spChg>
        <pc:spChg chg="mod">
          <ac:chgData name="Jianhua Liu" userId="24eb3eb90cb9dbe8" providerId="LiveId" clId="{B59D8C1D-FE72-4781-A7E3-B94CEE8E26CA}" dt="2026-08-27T00:55:47.945" v="4454" actId="255"/>
          <ac:spMkLst>
            <pc:docMk/>
            <pc:sldMk cId="2970726773" sldId="291"/>
            <ac:spMk id="3" creationId="{E148A557-AB02-1F1B-B874-2FA7778385DA}"/>
          </ac:spMkLst>
        </pc:spChg>
        <pc:spChg chg="del">
          <ac:chgData name="Jianhua Liu" userId="24eb3eb90cb9dbe8" providerId="LiveId" clId="{B59D8C1D-FE72-4781-A7E3-B94CEE8E26CA}" dt="2026-08-26T22:02:22.524" v="1553" actId="478"/>
          <ac:spMkLst>
            <pc:docMk/>
            <pc:sldMk cId="2970726773" sldId="291"/>
            <ac:spMk id="4" creationId="{C038283B-942E-86C4-843E-45C6993623D8}"/>
          </ac:spMkLst>
        </pc:spChg>
        <pc:spChg chg="del">
          <ac:chgData name="Jianhua Liu" userId="24eb3eb90cb9dbe8" providerId="LiveId" clId="{B59D8C1D-FE72-4781-A7E3-B94CEE8E26CA}" dt="2026-08-26T22:02:18.488" v="1552" actId="478"/>
          <ac:spMkLst>
            <pc:docMk/>
            <pc:sldMk cId="2970726773" sldId="291"/>
            <ac:spMk id="7" creationId="{1C588DFD-2B86-04B4-D668-A1C512A27EA7}"/>
          </ac:spMkLst>
        </pc:spChg>
      </pc:sldChg>
      <pc:sldChg chg="add del">
        <pc:chgData name="Jianhua Liu" userId="24eb3eb90cb9dbe8" providerId="LiveId" clId="{B59D8C1D-FE72-4781-A7E3-B94CEE8E26CA}" dt="2026-08-26T21:22:55.690" v="352" actId="2696"/>
        <pc:sldMkLst>
          <pc:docMk/>
          <pc:sldMk cId="3919007235" sldId="291"/>
        </pc:sldMkLst>
      </pc:sldChg>
      <pc:sldChg chg="delSp modSp add del mod ord">
        <pc:chgData name="Jianhua Liu" userId="24eb3eb90cb9dbe8" providerId="LiveId" clId="{B59D8C1D-FE72-4781-A7E3-B94CEE8E26CA}" dt="2026-08-26T22:10:33.320" v="2107" actId="2696"/>
        <pc:sldMkLst>
          <pc:docMk/>
          <pc:sldMk cId="30517665" sldId="292"/>
        </pc:sldMkLst>
        <pc:spChg chg="mod">
          <ac:chgData name="Jianhua Liu" userId="24eb3eb90cb9dbe8" providerId="LiveId" clId="{B59D8C1D-FE72-4781-A7E3-B94CEE8E26CA}" dt="2026-08-26T22:07:22.519" v="2013" actId="20577"/>
          <ac:spMkLst>
            <pc:docMk/>
            <pc:sldMk cId="30517665" sldId="292"/>
            <ac:spMk id="2" creationId="{8B789642-C8D7-EDB8-34B6-BC59EC9BB4B7}"/>
          </ac:spMkLst>
        </pc:spChg>
        <pc:spChg chg="mod">
          <ac:chgData name="Jianhua Liu" userId="24eb3eb90cb9dbe8" providerId="LiveId" clId="{B59D8C1D-FE72-4781-A7E3-B94CEE8E26CA}" dt="2026-08-26T22:08:05.024" v="2058" actId="14100"/>
          <ac:spMkLst>
            <pc:docMk/>
            <pc:sldMk cId="30517665" sldId="292"/>
            <ac:spMk id="3" creationId="{D32ACDA4-16CD-2F1A-E658-4702F29ADE7A}"/>
          </ac:spMkLst>
        </pc:spChg>
        <pc:picChg chg="del">
          <ac:chgData name="Jianhua Liu" userId="24eb3eb90cb9dbe8" providerId="LiveId" clId="{B59D8C1D-FE72-4781-A7E3-B94CEE8E26CA}" dt="2026-08-26T22:07:28.863" v="2014" actId="478"/>
          <ac:picMkLst>
            <pc:docMk/>
            <pc:sldMk cId="30517665" sldId="292"/>
            <ac:picMk id="5" creationId="{AFC10D86-62E3-ED92-DB2B-69DE951689D0}"/>
          </ac:picMkLst>
        </pc:picChg>
      </pc:sldChg>
      <pc:sldChg chg="modSp del mod ord">
        <pc:chgData name="Jianhua Liu" userId="24eb3eb90cb9dbe8" providerId="LiveId" clId="{B59D8C1D-FE72-4781-A7E3-B94CEE8E26CA}" dt="2026-08-26T21:35:26.354" v="757" actId="2696"/>
        <pc:sldMkLst>
          <pc:docMk/>
          <pc:sldMk cId="719056085" sldId="292"/>
        </pc:sldMkLst>
        <pc:picChg chg="mod">
          <ac:chgData name="Jianhua Liu" userId="24eb3eb90cb9dbe8" providerId="LiveId" clId="{B59D8C1D-FE72-4781-A7E3-B94CEE8E26CA}" dt="2026-08-26T21:35:03.630" v="754" actId="14100"/>
          <ac:picMkLst>
            <pc:docMk/>
            <pc:sldMk cId="719056085" sldId="292"/>
            <ac:picMk id="3" creationId="{EE820297-F0F0-120A-0C0D-9E82D6503B95}"/>
          </ac:picMkLst>
        </pc:picChg>
      </pc:sldChg>
      <pc:sldChg chg="modSp add del mod ord">
        <pc:chgData name="Jianhua Liu" userId="24eb3eb90cb9dbe8" providerId="LiveId" clId="{B59D8C1D-FE72-4781-A7E3-B94CEE8E26CA}" dt="2026-08-27T01:37:36.088" v="6214" actId="2696"/>
        <pc:sldMkLst>
          <pc:docMk/>
          <pc:sldMk cId="1651500505" sldId="293"/>
        </pc:sldMkLst>
        <pc:spChg chg="mod">
          <ac:chgData name="Jianhua Liu" userId="24eb3eb90cb9dbe8" providerId="LiveId" clId="{B59D8C1D-FE72-4781-A7E3-B94CEE8E26CA}" dt="2026-08-26T22:18:36.389" v="2834" actId="20577"/>
          <ac:spMkLst>
            <pc:docMk/>
            <pc:sldMk cId="1651500505" sldId="293"/>
            <ac:spMk id="2" creationId="{F204FDD7-CAE7-34C1-5BE6-A50760700634}"/>
          </ac:spMkLst>
        </pc:spChg>
        <pc:spChg chg="mod">
          <ac:chgData name="Jianhua Liu" userId="24eb3eb90cb9dbe8" providerId="LiveId" clId="{B59D8C1D-FE72-4781-A7E3-B94CEE8E26CA}" dt="2026-08-26T22:27:56.428" v="3558" actId="20577"/>
          <ac:spMkLst>
            <pc:docMk/>
            <pc:sldMk cId="1651500505" sldId="293"/>
            <ac:spMk id="3" creationId="{0EED93F5-2281-81D9-05C2-036BD9B7F18B}"/>
          </ac:spMkLst>
        </pc:spChg>
      </pc:sldChg>
      <pc:sldChg chg="modSp add del mod">
        <pc:chgData name="Jianhua Liu" userId="24eb3eb90cb9dbe8" providerId="LiveId" clId="{B59D8C1D-FE72-4781-A7E3-B94CEE8E26CA}" dt="2026-08-26T21:30:05.884" v="421" actId="2696"/>
        <pc:sldMkLst>
          <pc:docMk/>
          <pc:sldMk cId="2724566345" sldId="293"/>
        </pc:sldMkLst>
        <pc:spChg chg="mod">
          <ac:chgData name="Jianhua Liu" userId="24eb3eb90cb9dbe8" providerId="LiveId" clId="{B59D8C1D-FE72-4781-A7E3-B94CEE8E26CA}" dt="2026-08-26T16:01:24.035" v="113" actId="120"/>
          <ac:spMkLst>
            <pc:docMk/>
            <pc:sldMk cId="2724566345" sldId="293"/>
            <ac:spMk id="2" creationId="{76010B00-5B25-0FF3-AF7A-FAD2A4A970D9}"/>
          </ac:spMkLst>
        </pc:spChg>
      </pc:sldChg>
      <pc:sldChg chg="addSp delSp modSp add mod ord">
        <pc:chgData name="Jianhua Liu" userId="24eb3eb90cb9dbe8" providerId="LiveId" clId="{B59D8C1D-FE72-4781-A7E3-B94CEE8E26CA}" dt="2026-08-27T01:20:36.864" v="5298" actId="1076"/>
        <pc:sldMkLst>
          <pc:docMk/>
          <pc:sldMk cId="762685419" sldId="294"/>
        </pc:sldMkLst>
        <pc:spChg chg="mod">
          <ac:chgData name="Jianhua Liu" userId="24eb3eb90cb9dbe8" providerId="LiveId" clId="{B59D8C1D-FE72-4781-A7E3-B94CEE8E26CA}" dt="2026-08-26T22:09:05.403" v="2087" actId="20577"/>
          <ac:spMkLst>
            <pc:docMk/>
            <pc:sldMk cId="762685419" sldId="294"/>
            <ac:spMk id="2" creationId="{5F004FE0-D838-8352-848E-3B530993F011}"/>
          </ac:spMkLst>
        </pc:spChg>
        <pc:spChg chg="mod">
          <ac:chgData name="Jianhua Liu" userId="24eb3eb90cb9dbe8" providerId="LiveId" clId="{B59D8C1D-FE72-4781-A7E3-B94CEE8E26CA}" dt="2026-08-27T01:20:22.889" v="5296" actId="20577"/>
          <ac:spMkLst>
            <pc:docMk/>
            <pc:sldMk cId="762685419" sldId="294"/>
            <ac:spMk id="3" creationId="{F0BCD7B4-3078-0928-8C76-BB0446EB45F8}"/>
          </ac:spMkLst>
        </pc:spChg>
        <pc:spChg chg="add mod">
          <ac:chgData name="Jianhua Liu" userId="24eb3eb90cb9dbe8" providerId="LiveId" clId="{B59D8C1D-FE72-4781-A7E3-B94CEE8E26CA}" dt="2026-08-27T01:20:36.864" v="5298" actId="1076"/>
          <ac:spMkLst>
            <pc:docMk/>
            <pc:sldMk cId="762685419" sldId="294"/>
            <ac:spMk id="5" creationId="{BB57D5AB-67E2-B7FD-B274-F1D63C012425}"/>
          </ac:spMkLst>
        </pc:spChg>
        <pc:spChg chg="add del mod">
          <ac:chgData name="Jianhua Liu" userId="24eb3eb90cb9dbe8" providerId="LiveId" clId="{B59D8C1D-FE72-4781-A7E3-B94CEE8E26CA}" dt="2026-08-27T01:18:02.581" v="5022" actId="22"/>
          <ac:spMkLst>
            <pc:docMk/>
            <pc:sldMk cId="762685419" sldId="294"/>
            <ac:spMk id="7" creationId="{30BAD88B-1F08-18F3-202B-DE6B3FE7CE1C}"/>
          </ac:spMkLst>
        </pc:spChg>
      </pc:sldChg>
      <pc:sldChg chg="add del">
        <pc:chgData name="Jianhua Liu" userId="24eb3eb90cb9dbe8" providerId="LiveId" clId="{B59D8C1D-FE72-4781-A7E3-B94CEE8E26CA}" dt="2026-08-27T01:37:36.088" v="6214" actId="2696"/>
        <pc:sldMkLst>
          <pc:docMk/>
          <pc:sldMk cId="3841871051" sldId="295"/>
        </pc:sldMkLst>
      </pc:sldChg>
      <pc:sldChg chg="modSp add mod ord">
        <pc:chgData name="Jianhua Liu" userId="24eb3eb90cb9dbe8" providerId="LiveId" clId="{B59D8C1D-FE72-4781-A7E3-B94CEE8E26CA}" dt="2026-08-27T01:34:04.351" v="6134" actId="1076"/>
        <pc:sldMkLst>
          <pc:docMk/>
          <pc:sldMk cId="4229123951" sldId="296"/>
        </pc:sldMkLst>
        <pc:spChg chg="mod">
          <ac:chgData name="Jianhua Liu" userId="24eb3eb90cb9dbe8" providerId="LiveId" clId="{B59D8C1D-FE72-4781-A7E3-B94CEE8E26CA}" dt="2026-08-27T01:07:10.196" v="4881" actId="14100"/>
          <ac:spMkLst>
            <pc:docMk/>
            <pc:sldMk cId="4229123951" sldId="296"/>
            <ac:spMk id="2" creationId="{DA6CBEDD-4A54-0EC1-A7C4-26CEE70179F8}"/>
          </ac:spMkLst>
        </pc:spChg>
        <pc:spChg chg="mod">
          <ac:chgData name="Jianhua Liu" userId="24eb3eb90cb9dbe8" providerId="LiveId" clId="{B59D8C1D-FE72-4781-A7E3-B94CEE8E26CA}" dt="2026-08-27T01:34:04.351" v="6134" actId="1076"/>
          <ac:spMkLst>
            <pc:docMk/>
            <pc:sldMk cId="4229123951" sldId="296"/>
            <ac:spMk id="3" creationId="{28E85E81-007E-82C6-A3B8-41C449B6D0CE}"/>
          </ac:spMkLst>
        </pc:spChg>
      </pc:sldChg>
      <pc:sldChg chg="add del ord">
        <pc:chgData name="Jianhua Liu" userId="24eb3eb90cb9dbe8" providerId="LiveId" clId="{B59D8C1D-FE72-4781-A7E3-B94CEE8E26CA}" dt="2026-08-27T01:37:36.088" v="6214" actId="2696"/>
        <pc:sldMkLst>
          <pc:docMk/>
          <pc:sldMk cId="3745123780" sldId="297"/>
        </pc:sldMkLst>
      </pc:sldChg>
      <pc:sldChg chg="modSp add mod">
        <pc:chgData name="Jianhua Liu" userId="24eb3eb90cb9dbe8" providerId="LiveId" clId="{B59D8C1D-FE72-4781-A7E3-B94CEE8E26CA}" dt="2026-08-27T00:59:01.174" v="4618" actId="20577"/>
        <pc:sldMkLst>
          <pc:docMk/>
          <pc:sldMk cId="1974463776" sldId="298"/>
        </pc:sldMkLst>
        <pc:spChg chg="mod">
          <ac:chgData name="Jianhua Liu" userId="24eb3eb90cb9dbe8" providerId="LiveId" clId="{B59D8C1D-FE72-4781-A7E3-B94CEE8E26CA}" dt="2026-08-27T00:56:17.190" v="4473" actId="1076"/>
          <ac:spMkLst>
            <pc:docMk/>
            <pc:sldMk cId="1974463776" sldId="298"/>
            <ac:spMk id="2" creationId="{71933B26-B847-1772-4562-EE1269711465}"/>
          </ac:spMkLst>
        </pc:spChg>
        <pc:spChg chg="mod">
          <ac:chgData name="Jianhua Liu" userId="24eb3eb90cb9dbe8" providerId="LiveId" clId="{B59D8C1D-FE72-4781-A7E3-B94CEE8E26CA}" dt="2026-08-27T00:59:01.174" v="4618" actId="20577"/>
          <ac:spMkLst>
            <pc:docMk/>
            <pc:sldMk cId="1974463776" sldId="298"/>
            <ac:spMk id="3" creationId="{678EF983-4CBF-E281-8078-BE70D44EB0FE}"/>
          </ac:spMkLst>
        </pc:spChg>
      </pc:sldChg>
      <pc:sldChg chg="addSp delSp modSp add mod">
        <pc:chgData name="Jianhua Liu" userId="24eb3eb90cb9dbe8" providerId="LiveId" clId="{B59D8C1D-FE72-4781-A7E3-B94CEE8E26CA}" dt="2026-08-27T01:33:54.686" v="6132" actId="1076"/>
        <pc:sldMkLst>
          <pc:docMk/>
          <pc:sldMk cId="1082325243" sldId="299"/>
        </pc:sldMkLst>
        <pc:spChg chg="del">
          <ac:chgData name="Jianhua Liu" userId="24eb3eb90cb9dbe8" providerId="LiveId" clId="{B59D8C1D-FE72-4781-A7E3-B94CEE8E26CA}" dt="2026-08-27T01:33:39.978" v="6130" actId="478"/>
          <ac:spMkLst>
            <pc:docMk/>
            <pc:sldMk cId="1082325243" sldId="299"/>
            <ac:spMk id="2" creationId="{9D2628D8-2620-1CF4-5426-4293C1958EFC}"/>
          </ac:spMkLst>
        </pc:spChg>
        <pc:spChg chg="mod">
          <ac:chgData name="Jianhua Liu" userId="24eb3eb90cb9dbe8" providerId="LiveId" clId="{B59D8C1D-FE72-4781-A7E3-B94CEE8E26CA}" dt="2026-08-27T01:22:06.183" v="5365" actId="20577"/>
          <ac:spMkLst>
            <pc:docMk/>
            <pc:sldMk cId="1082325243" sldId="299"/>
            <ac:spMk id="3" creationId="{E7873BE6-175D-FF0F-7D10-FD15B4BB4F0D}"/>
          </ac:spMkLst>
        </pc:spChg>
        <pc:spChg chg="mod">
          <ac:chgData name="Jianhua Liu" userId="24eb3eb90cb9dbe8" providerId="LiveId" clId="{B59D8C1D-FE72-4781-A7E3-B94CEE8E26CA}" dt="2026-08-27T01:33:54.686" v="6132" actId="1076"/>
          <ac:spMkLst>
            <pc:docMk/>
            <pc:sldMk cId="1082325243" sldId="299"/>
            <ac:spMk id="5" creationId="{61896871-933A-F8EB-56A4-E98D0E047BDB}"/>
          </ac:spMkLst>
        </pc:spChg>
        <pc:spChg chg="add del mod">
          <ac:chgData name="Jianhua Liu" userId="24eb3eb90cb9dbe8" providerId="LiveId" clId="{B59D8C1D-FE72-4781-A7E3-B94CEE8E26CA}" dt="2026-08-27T01:33:44.957" v="6131" actId="478"/>
          <ac:spMkLst>
            <pc:docMk/>
            <pc:sldMk cId="1082325243" sldId="299"/>
            <ac:spMk id="6" creationId="{B694289C-594D-F299-7DC5-0FFF7959E2AF}"/>
          </ac:spMkLst>
        </pc:spChg>
      </pc:sldChg>
      <pc:sldChg chg="modSp add mod">
        <pc:chgData name="Jianhua Liu" userId="24eb3eb90cb9dbe8" providerId="LiveId" clId="{B59D8C1D-FE72-4781-A7E3-B94CEE8E26CA}" dt="2026-08-27T01:32:20.158" v="6127" actId="20577"/>
        <pc:sldMkLst>
          <pc:docMk/>
          <pc:sldMk cId="93437523" sldId="300"/>
        </pc:sldMkLst>
        <pc:spChg chg="mod">
          <ac:chgData name="Jianhua Liu" userId="24eb3eb90cb9dbe8" providerId="LiveId" clId="{B59D8C1D-FE72-4781-A7E3-B94CEE8E26CA}" dt="2026-08-27T01:32:20.158" v="6127" actId="20577"/>
          <ac:spMkLst>
            <pc:docMk/>
            <pc:sldMk cId="93437523" sldId="300"/>
            <ac:spMk id="3" creationId="{7C6957DA-BEB4-090C-A300-28EAB4CF9811}"/>
          </ac:spMkLst>
        </pc:spChg>
      </pc:sldChg>
      <pc:sldChg chg="addSp modSp add mod">
        <pc:chgData name="Jianhua Liu" userId="24eb3eb90cb9dbe8" providerId="LiveId" clId="{B59D8C1D-FE72-4781-A7E3-B94CEE8E26CA}" dt="2026-08-27T01:44:13.768" v="6284" actId="1076"/>
        <pc:sldMkLst>
          <pc:docMk/>
          <pc:sldMk cId="357641160" sldId="301"/>
        </pc:sldMkLst>
        <pc:spChg chg="mod">
          <ac:chgData name="Jianhua Liu" userId="24eb3eb90cb9dbe8" providerId="LiveId" clId="{B59D8C1D-FE72-4781-A7E3-B94CEE8E26CA}" dt="2026-08-27T01:37:53.703" v="6216" actId="14100"/>
          <ac:spMkLst>
            <pc:docMk/>
            <pc:sldMk cId="357641160" sldId="301"/>
            <ac:spMk id="3" creationId="{64D6BBB9-6736-80FC-781A-A22EA3F7806D}"/>
          </ac:spMkLst>
        </pc:spChg>
        <pc:spChg chg="add mod">
          <ac:chgData name="Jianhua Liu" userId="24eb3eb90cb9dbe8" providerId="LiveId" clId="{B59D8C1D-FE72-4781-A7E3-B94CEE8E26CA}" dt="2026-08-27T01:44:13.768" v="6284" actId="1076"/>
          <ac:spMkLst>
            <pc:docMk/>
            <pc:sldMk cId="357641160" sldId="301"/>
            <ac:spMk id="4" creationId="{DAD8F566-2A21-25C9-9723-FB03AA20D5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30A01-ECC8-4C68-BE06-FBC482D6BC1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F2406-F2D2-4A73-A489-6F52C5351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5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CF52-5A9D-5C21-6940-E7A89EBC0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E3448-DBC6-AA8A-7DB4-EB8D7CB06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A2307-241D-3D38-C0B4-EDD62906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9BFDC-A21B-1401-5B2B-3DA0DD35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8D85B-2F65-8FEC-1F83-C5AE10D0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5F6F-CD12-3E3E-2781-049795BD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22FF1-3F05-1113-0858-6B2FF389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60E65-4D2E-A6B3-0171-A43B0D9D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D1C28-3704-6519-4B56-ED9AF7FC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97775-FDE7-5881-4819-82939294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7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B7BE-FDB8-1684-0E49-2A196190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354F7-1AAF-4138-9ECF-CA217D3FF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8B637-4250-1AE6-A6D0-F7827B1F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DE8-554E-693E-45F8-5321DBD3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5848-DB08-E5B2-5CBB-D213AD05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5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3CA2-F75D-EE9A-F829-46315039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D3ABB-C231-D0E4-D58C-C89F078EA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9640C-B529-061D-ABA0-2AD2083E0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D2EAF-4CB6-0C8B-36A9-1BF4A9B9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2DCFD-3FB9-C8D1-B028-D9BC1BC1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5B5A7-F400-D08A-24A5-8F3DFCD6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6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5714-EF54-9D98-9F10-AB0E609E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5CB97-8C4D-17F4-19E7-C2368C21D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94A1A-9773-0389-C114-AEEB704F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28AE4-8C6B-E0B2-2AEB-0EF2F8EA0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D8773-F03D-1F90-9011-7FD5E4C25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9AFBA-71F5-E75D-54B7-B78A9E17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181AE-D1E4-7889-9923-E0FCEB48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8D702-5829-C752-76D9-47D3536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E8BD-A12D-5AA5-E3F2-2D3590FF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86DA2-485A-743A-9D5E-B31CED5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B4ADA-4B3C-ED31-3112-8B397AC0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7F617-CF33-1AA0-3104-D011CBA4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8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60DDB-6B80-4C92-ABAB-AC2FB56F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08478-FA3A-29E5-F600-C25C77C7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4BEE-D7E4-871E-D17F-6B505A7D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2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E451E-6E06-4ED2-C6E0-31E3B79D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5DE4-4B76-E00C-9D7E-33394F8A9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0B4AB-B91E-43C6-2C70-5F77C7776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F57E-F60A-648D-77B9-A1D18A41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2A618-C290-A299-5AA1-8005BCD7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3226C-EBDF-7938-7713-6B4B6553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9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C975-01F5-C3CA-F8E7-B8C41002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6A843-9E4E-118C-4151-A758C0A86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E9A7F-E763-D1B4-DD6D-B29B07B42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5FF61-6561-3E18-E7DE-63D634B0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FCC06-7F05-B649-7FB2-DA41AADA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D88A6-6CDC-F5AF-644A-EEB2C6D8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392C-ECB3-477A-28EC-2FEB0C2F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30DFB-89A3-0D07-32A6-5AF26B1F2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6439-F1A7-D7A6-CADC-3A937B9D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8723D-D201-C1AE-CC49-EF82EA01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912D5-6889-1C2B-F61D-16648648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79D25-DE8E-4237-2576-0C403B12E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94433-180E-BF2A-99E3-00E65C1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1F079-3501-509D-B9D8-AB954194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744F1-A35D-0F37-7F40-AF1ED602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EDC61-41B3-E13F-BFC5-BFC70653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3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830379-0F72-89E0-499B-C9BA0F9A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914E0-CD90-0C63-FE39-A64D4F16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247F-C2E7-D8BB-6974-0224A2A9F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A4FCB-A8D7-4024-B146-17B7EF84937D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D72FC-F8F5-66E1-EA2E-DB2DBB4F8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C452-DB50-82B6-D09E-9B8DBAB04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9BBF6-2CC8-416A-9D03-89880F3E2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Haystack/srt-py" TargetMode="External"/><Relationship Id="rId2" Type="http://schemas.openxmlformats.org/officeDocument/2006/relationships/hyperlink" Target="https://www.haystack.mit.edu/haystack-public-outreach/srt-the-small-radio-telescope-for-educ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ystack.mit.edu/haystack-public-outreach/srt-the-small-radio-telescope-for-education/#curren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61B6-2773-4F82-D484-446FD9B3F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98110"/>
          </a:xfrm>
        </p:spPr>
        <p:txBody>
          <a:bodyPr>
            <a:normAutofit/>
          </a:bodyPr>
          <a:lstStyle/>
          <a:p>
            <a:r>
              <a:rPr lang="en-US" sz="4800" dirty="0"/>
              <a:t>Projects Options for CESC 510 and/or Senior Design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06B43-541B-9A21-24BE-2A8A53213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3909"/>
            <a:ext cx="9144000" cy="1655762"/>
          </a:xfrm>
        </p:spPr>
        <p:txBody>
          <a:bodyPr/>
          <a:lstStyle/>
          <a:p>
            <a:r>
              <a:rPr lang="en-US" dirty="0"/>
              <a:t>Jianhua Liu</a:t>
            </a:r>
          </a:p>
          <a:p>
            <a:r>
              <a:rPr lang="en-US" dirty="0"/>
              <a:t>8/26/26</a:t>
            </a:r>
          </a:p>
        </p:txBody>
      </p:sp>
    </p:spTree>
    <p:extLst>
      <p:ext uri="{BB962C8B-B14F-4D97-AF65-F5344CB8AC3E}">
        <p14:creationId xmlns:p14="http://schemas.microsoft.com/office/powerpoint/2010/main" val="24944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9273-04F3-B3FF-8BF4-789557B7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365125"/>
            <a:ext cx="11645978" cy="52351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Project 1: Small Radio Telescope (SRT) Based on Software Defined Radio (SDR)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77A70-60EB-2E73-B94E-05C2493B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03" y="1746445"/>
            <a:ext cx="4230454" cy="4693623"/>
          </a:xfrm>
        </p:spPr>
        <p:txBody>
          <a:bodyPr>
            <a:normAutofit/>
          </a:bodyPr>
          <a:lstStyle/>
          <a:p>
            <a:r>
              <a:rPr lang="en-US" sz="2400" dirty="0"/>
              <a:t>Hardware and software were developed by the MIT Haystack Observatory.</a:t>
            </a:r>
          </a:p>
          <a:p>
            <a:pPr lvl="1"/>
            <a:r>
              <a:rPr lang="en-US" sz="2000" dirty="0"/>
              <a:t>Home page: </a:t>
            </a:r>
            <a:r>
              <a:rPr lang="en-US" sz="2000" dirty="0">
                <a:hlinkClick r:id="rId2"/>
              </a:rPr>
              <a:t>https://www.haystack.mit.edu/haystack-public-outreach/srt-the-small-radio-telescope-for-education/</a:t>
            </a:r>
            <a:endParaRPr lang="en-US" sz="2000" dirty="0"/>
          </a:p>
          <a:p>
            <a:pPr lvl="1"/>
            <a:r>
              <a:rPr lang="en-US" sz="2000" dirty="0"/>
              <a:t>GitHub repo for the software: </a:t>
            </a:r>
            <a:r>
              <a:rPr lang="en-US" sz="2000" dirty="0">
                <a:hlinkClick r:id="rId3"/>
              </a:rPr>
              <a:t>https://github.com/MITHaystack/srt-py</a:t>
            </a:r>
            <a:endParaRPr lang="en-US" sz="2000" dirty="0"/>
          </a:p>
          <a:p>
            <a:r>
              <a:rPr lang="en-US" sz="2400" dirty="0"/>
              <a:t>Installed at Burns Sci Tech at Edge Water.</a:t>
            </a:r>
          </a:p>
          <a:p>
            <a:r>
              <a:rPr lang="en-US" sz="2400" dirty="0"/>
              <a:t>Need to upgrade software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15ABF-5891-DAF4-008A-9F228788C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472" y="961050"/>
            <a:ext cx="4834632" cy="5378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E4747-6600-5D65-FC61-8EC1F19EB852}"/>
              </a:ext>
            </a:extLst>
          </p:cNvPr>
          <p:cNvSpPr txBox="1"/>
          <p:nvPr/>
        </p:nvSpPr>
        <p:spPr>
          <a:xfrm>
            <a:off x="770403" y="961050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426176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498A-A2C9-DC69-8CE4-3D52D057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C8DD-DE5F-2DD2-6D86-4417671E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3517"/>
          </a:xfrm>
        </p:spPr>
        <p:txBody>
          <a:bodyPr>
            <a:noAutofit/>
          </a:bodyPr>
          <a:lstStyle/>
          <a:p>
            <a:r>
              <a:rPr lang="en-US" sz="3200" dirty="0"/>
              <a:t>Hardware Diagram and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3D972-02D4-9D89-484C-4E0EA320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31" y="888642"/>
            <a:ext cx="9290877" cy="50523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8C6AC5-9301-658E-52F0-56CFA63B8F96}"/>
              </a:ext>
            </a:extLst>
          </p:cNvPr>
          <p:cNvSpPr txBox="1"/>
          <p:nvPr/>
        </p:nvSpPr>
        <p:spPr>
          <a:xfrm>
            <a:off x="2495212" y="6279888"/>
            <a:ext cx="7353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diagram_and_comp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/Diagram_and_list_of_components.docx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47D48-D3A7-3E1A-AFA4-B85F901820C4}"/>
              </a:ext>
            </a:extLst>
          </p:cNvPr>
          <p:cNvSpPr txBox="1"/>
          <p:nvPr/>
        </p:nvSpPr>
        <p:spPr>
          <a:xfrm>
            <a:off x="8616099" y="1046376"/>
            <a:ext cx="959430" cy="46166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Minicircuits</a:t>
            </a:r>
            <a:endParaRPr lang="en-US" sz="1200" dirty="0"/>
          </a:p>
          <a:p>
            <a:pPr algn="ctr"/>
            <a:r>
              <a:rPr lang="en-US" sz="1200" dirty="0"/>
              <a:t>LPF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8CE96-A7A7-8875-6A5D-113E80F321EB}"/>
              </a:ext>
            </a:extLst>
          </p:cNvPr>
          <p:cNvSpPr txBox="1"/>
          <p:nvPr/>
        </p:nvSpPr>
        <p:spPr>
          <a:xfrm>
            <a:off x="9803876" y="2356701"/>
            <a:ext cx="1826847" cy="5232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Will upgrade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RTL SDR 1 PPM TCXO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7CDDC-E6C1-2B2E-2C86-648E920C802C}"/>
              </a:ext>
            </a:extLst>
          </p:cNvPr>
          <p:cNvSpPr txBox="1"/>
          <p:nvPr/>
        </p:nvSpPr>
        <p:spPr>
          <a:xfrm>
            <a:off x="484632" y="2185416"/>
            <a:ext cx="173156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1420.4058 MHz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A9442-F136-B03C-FFE6-413DD0DBC811}"/>
              </a:ext>
            </a:extLst>
          </p:cNvPr>
          <p:cNvSpPr txBox="1"/>
          <p:nvPr/>
        </p:nvSpPr>
        <p:spPr>
          <a:xfrm>
            <a:off x="10235142" y="5538461"/>
            <a:ext cx="1826847" cy="646331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Works via serial</a:t>
            </a:r>
          </a:p>
          <a:p>
            <a:pPr algn="ctr"/>
            <a:r>
              <a:rPr lang="en-US" dirty="0"/>
              <a:t> port using VCP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EF7274-22D5-6928-5FA4-9AAEB430EA72}"/>
              </a:ext>
            </a:extLst>
          </p:cNvPr>
          <p:cNvCxnSpPr/>
          <p:nvPr/>
        </p:nvCxnSpPr>
        <p:spPr>
          <a:xfrm flipH="1" flipV="1">
            <a:off x="8863706" y="4893648"/>
            <a:ext cx="1323353" cy="588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71AD38-0693-AE60-B943-658B4D9C0CA4}"/>
              </a:ext>
            </a:extLst>
          </p:cNvPr>
          <p:cNvSpPr txBox="1"/>
          <p:nvPr/>
        </p:nvSpPr>
        <p:spPr>
          <a:xfrm>
            <a:off x="7872430" y="303867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113828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ED018-F250-407A-6318-A6DCA4A2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93" y="0"/>
            <a:ext cx="758037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DB83E4-3443-2028-7818-CA0FAEE9FD8C}"/>
              </a:ext>
            </a:extLst>
          </p:cNvPr>
          <p:cNvSpPr txBox="1"/>
          <p:nvPr/>
        </p:nvSpPr>
        <p:spPr>
          <a:xfrm>
            <a:off x="9401319" y="2138768"/>
            <a:ext cx="20171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above hardware works well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We will get a new SDR receiver with better frequency stability.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58C04-245B-DB21-0A29-09138692DFCC}"/>
              </a:ext>
            </a:extLst>
          </p:cNvPr>
          <p:cNvSpPr/>
          <p:nvPr/>
        </p:nvSpPr>
        <p:spPr>
          <a:xfrm>
            <a:off x="9401319" y="1747979"/>
            <a:ext cx="2017194" cy="3951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70427-BB56-690D-B7AC-984DFF1C486A}"/>
              </a:ext>
            </a:extLst>
          </p:cNvPr>
          <p:cNvSpPr txBox="1"/>
          <p:nvPr/>
        </p:nvSpPr>
        <p:spPr>
          <a:xfrm>
            <a:off x="8960734" y="820805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296277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AA4972-763E-535D-5BD8-39AFF7D9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493367"/>
            <a:ext cx="8559891" cy="498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15E5EB-C96E-EB82-B8D8-5C451BB8F9F8}"/>
              </a:ext>
            </a:extLst>
          </p:cNvPr>
          <p:cNvSpPr txBox="1"/>
          <p:nvPr/>
        </p:nvSpPr>
        <p:spPr>
          <a:xfrm>
            <a:off x="1533774" y="617906"/>
            <a:ext cx="1837747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RTL 2832 Dongle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7ED69-DCF0-45E9-2225-F259105A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175530" y="2826441"/>
            <a:ext cx="3706689" cy="1463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2D0A05-3CA0-4937-0A69-035E080225AE}"/>
              </a:ext>
            </a:extLst>
          </p:cNvPr>
          <p:cNvSpPr txBox="1"/>
          <p:nvPr/>
        </p:nvSpPr>
        <p:spPr>
          <a:xfrm>
            <a:off x="4758982" y="510184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9524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B0A6-DAA1-2F3A-39F8-62DE0062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8AE8-43B0-38B9-6A61-A074F5C7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3517"/>
          </a:xfrm>
        </p:spPr>
        <p:txBody>
          <a:bodyPr>
            <a:noAutofit/>
          </a:bodyPr>
          <a:lstStyle/>
          <a:p>
            <a:r>
              <a:rPr lang="en-US" sz="3200" dirty="0"/>
              <a:t>Software Versions of the SRT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F303-A490-2A4E-03A3-DB6222DE1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480161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There are many versions of SRT software. 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Long time ago, it was written with Java. See the “Legacy SRT software” section at </a:t>
            </a:r>
            <a:r>
              <a:rPr lang="en-US" sz="2200" dirty="0">
                <a:hlinkClick r:id="rId2"/>
              </a:rPr>
              <a:t>https://www.haystack.mit.edu/haystack-public-outreach/srt-the-small-radio-telescope-for-education/#current</a:t>
            </a:r>
            <a:r>
              <a:rPr lang="en-US" sz="2200" dirty="0"/>
              <a:t>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Jeanette Barott and Charlie Husbands were able to make these version work. This was the time when the SRT was installed at the Museum of Art, Science, and History.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Then, the programming language is changed to C. See the “Previous SRT software” section at </a:t>
            </a:r>
            <a:r>
              <a:rPr lang="en-US" sz="2200" dirty="0">
                <a:hlinkClick r:id="rId2"/>
              </a:rPr>
              <a:t>https://www.haystack.mit.edu/haystack-public-outreach/srt-the-small-radio-telescope-for-education/#current</a:t>
            </a:r>
            <a:r>
              <a:rPr lang="en-US" sz="2200" dirty="0"/>
              <a:t>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The current version is written with Python.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57DE2-70A7-C2F9-9967-72F5FFA264B8}"/>
              </a:ext>
            </a:extLst>
          </p:cNvPr>
          <p:cNvSpPr txBox="1"/>
          <p:nvPr/>
        </p:nvSpPr>
        <p:spPr>
          <a:xfrm>
            <a:off x="1549207" y="5814811"/>
            <a:ext cx="909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We will switch to a totally different software package, which works well with the current hardware and the new SDR receiver.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C132E-CA94-A67B-E5A6-671612ABFA7C}"/>
              </a:ext>
            </a:extLst>
          </p:cNvPr>
          <p:cNvSpPr/>
          <p:nvPr/>
        </p:nvSpPr>
        <p:spPr>
          <a:xfrm>
            <a:off x="1312698" y="5710794"/>
            <a:ext cx="9547907" cy="963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F8B83-4DA2-331A-AF66-25619756DC06}"/>
              </a:ext>
            </a:extLst>
          </p:cNvPr>
          <p:cNvSpPr txBox="1"/>
          <p:nvPr/>
        </p:nvSpPr>
        <p:spPr>
          <a:xfrm>
            <a:off x="7103885" y="334495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221157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9B11EE-8328-A2EB-C93D-0FE05CBC5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223" y="3874748"/>
            <a:ext cx="2821184" cy="2742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A64E04-E126-1C81-2187-84CE0D21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61" y="1033999"/>
            <a:ext cx="5794539" cy="5431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8AD5AE-4AEE-B568-EDF6-76143144F11A}"/>
              </a:ext>
            </a:extLst>
          </p:cNvPr>
          <p:cNvSpPr txBox="1">
            <a:spLocks/>
          </p:cNvSpPr>
          <p:nvPr/>
        </p:nvSpPr>
        <p:spPr>
          <a:xfrm>
            <a:off x="451525" y="225388"/>
            <a:ext cx="7273698" cy="5235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Components of the new Software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1A27-20F2-97DE-4E34-71AEB60514C0}"/>
              </a:ext>
            </a:extLst>
          </p:cNvPr>
          <p:cNvSpPr txBox="1">
            <a:spLocks/>
          </p:cNvSpPr>
          <p:nvPr/>
        </p:nvSpPr>
        <p:spPr>
          <a:xfrm>
            <a:off x="6534776" y="1033999"/>
            <a:ext cx="5015835" cy="261238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2400" dirty="0">
                <a:solidFill>
                  <a:srgbClr val="0070C0"/>
                </a:solidFill>
              </a:rPr>
              <a:t>Processing signals from the receiver. </a:t>
            </a:r>
          </a:p>
          <a:p>
            <a:pPr>
              <a:lnSpc>
                <a:spcPct val="125000"/>
              </a:lnSpc>
            </a:pPr>
            <a:r>
              <a:rPr lang="en-US" sz="2400" dirty="0">
                <a:solidFill>
                  <a:srgbClr val="0070C0"/>
                </a:solidFill>
              </a:rPr>
              <a:t>Tracking celestial bodies.</a:t>
            </a:r>
          </a:p>
          <a:p>
            <a:pPr>
              <a:lnSpc>
                <a:spcPct val="125000"/>
              </a:lnSpc>
            </a:pPr>
            <a:r>
              <a:rPr lang="en-US" sz="2400" dirty="0">
                <a:solidFill>
                  <a:srgbClr val="0070C0"/>
                </a:solidFill>
              </a:rPr>
              <a:t>Controlling antenna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0070C0"/>
                </a:solidFill>
              </a:rPr>
              <a:t>Search for amateur radio astronomy software packages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48D51-1460-7A63-7EFF-7D602C7DA615}"/>
              </a:ext>
            </a:extLst>
          </p:cNvPr>
          <p:cNvSpPr/>
          <p:nvPr/>
        </p:nvSpPr>
        <p:spPr>
          <a:xfrm>
            <a:off x="6479337" y="987327"/>
            <a:ext cx="5155421" cy="2742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FB76A-4D7F-74A0-2B5C-8E767FECF3ED}"/>
              </a:ext>
            </a:extLst>
          </p:cNvPr>
          <p:cNvSpPr txBox="1"/>
          <p:nvPr/>
        </p:nvSpPr>
        <p:spPr>
          <a:xfrm>
            <a:off x="8332435" y="225388"/>
            <a:ext cx="2136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Work to Do</a:t>
            </a:r>
          </a:p>
        </p:txBody>
      </p:sp>
    </p:spTree>
    <p:extLst>
      <p:ext uri="{BB962C8B-B14F-4D97-AF65-F5344CB8AC3E}">
        <p14:creationId xmlns:p14="http://schemas.microsoft.com/office/powerpoint/2010/main" val="9727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7A0813-A5B5-CB5D-0E45-1D422C8E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89" y="0"/>
            <a:ext cx="910205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D27155-04DA-F8CD-C9E4-43D8B2BCDD57}"/>
              </a:ext>
            </a:extLst>
          </p:cNvPr>
          <p:cNvSpPr txBox="1"/>
          <p:nvPr/>
        </p:nvSpPr>
        <p:spPr>
          <a:xfrm>
            <a:off x="181372" y="955440"/>
            <a:ext cx="21467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Processing Signals from Receiver</a:t>
            </a:r>
          </a:p>
        </p:txBody>
      </p:sp>
    </p:spTree>
    <p:extLst>
      <p:ext uri="{BB962C8B-B14F-4D97-AF65-F5344CB8AC3E}">
        <p14:creationId xmlns:p14="http://schemas.microsoft.com/office/powerpoint/2010/main" val="165218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0E254-5B63-F3C5-EA1E-F03084A9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99" y="0"/>
            <a:ext cx="79085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D05D08-46E3-6FB1-8CF2-9F7262BFA2A1}"/>
              </a:ext>
            </a:extLst>
          </p:cNvPr>
          <p:cNvSpPr txBox="1"/>
          <p:nvPr/>
        </p:nvSpPr>
        <p:spPr>
          <a:xfrm>
            <a:off x="299179" y="983489"/>
            <a:ext cx="21467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Processing Signals from Receiver</a:t>
            </a:r>
          </a:p>
        </p:txBody>
      </p:sp>
    </p:spTree>
    <p:extLst>
      <p:ext uri="{BB962C8B-B14F-4D97-AF65-F5344CB8AC3E}">
        <p14:creationId xmlns:p14="http://schemas.microsoft.com/office/powerpoint/2010/main" val="369521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FA927-F35F-BB2C-C389-56656C92C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131" y="823549"/>
            <a:ext cx="8554644" cy="521090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F4EA55A-305E-6768-FF14-5BBC04F064DE}"/>
              </a:ext>
            </a:extLst>
          </p:cNvPr>
          <p:cNvSpPr/>
          <p:nvPr/>
        </p:nvSpPr>
        <p:spPr>
          <a:xfrm>
            <a:off x="2518461" y="5363852"/>
            <a:ext cx="5854045" cy="622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B3BFDB-47D7-6B04-BF4D-5EA321B1BD1C}"/>
              </a:ext>
            </a:extLst>
          </p:cNvPr>
          <p:cNvSpPr/>
          <p:nvPr/>
        </p:nvSpPr>
        <p:spPr>
          <a:xfrm>
            <a:off x="7491764" y="4274160"/>
            <a:ext cx="3355943" cy="3299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84CF0-4CD6-E8D2-E7A6-C7480E3E603A}"/>
              </a:ext>
            </a:extLst>
          </p:cNvPr>
          <p:cNvSpPr txBox="1"/>
          <p:nvPr/>
        </p:nvSpPr>
        <p:spPr>
          <a:xfrm>
            <a:off x="371760" y="1572520"/>
            <a:ext cx="21467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Processing Signals from Receiver</a:t>
            </a:r>
          </a:p>
        </p:txBody>
      </p:sp>
    </p:spTree>
    <p:extLst>
      <p:ext uri="{BB962C8B-B14F-4D97-AF65-F5344CB8AC3E}">
        <p14:creationId xmlns:p14="http://schemas.microsoft.com/office/powerpoint/2010/main" val="259869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6FA83-8585-D425-4E05-6FED70E5E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7" y="718057"/>
            <a:ext cx="10787708" cy="6065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C816CE-497E-43CD-3F4A-8FD1FA762CB6}"/>
              </a:ext>
            </a:extLst>
          </p:cNvPr>
          <p:cNvSpPr txBox="1"/>
          <p:nvPr/>
        </p:nvSpPr>
        <p:spPr>
          <a:xfrm>
            <a:off x="2997500" y="74317"/>
            <a:ext cx="6342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Processing Signals from Receiver</a:t>
            </a:r>
          </a:p>
        </p:txBody>
      </p:sp>
    </p:spTree>
    <p:extLst>
      <p:ext uri="{BB962C8B-B14F-4D97-AF65-F5344CB8AC3E}">
        <p14:creationId xmlns:p14="http://schemas.microsoft.com/office/powerpoint/2010/main" val="342384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B8F8D-035D-2FE9-2031-9A461BF84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2" y="715030"/>
            <a:ext cx="11368726" cy="6043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509135-87BD-518D-FD61-664E2E3A4B67}"/>
              </a:ext>
            </a:extLst>
          </p:cNvPr>
          <p:cNvSpPr txBox="1"/>
          <p:nvPr/>
        </p:nvSpPr>
        <p:spPr>
          <a:xfrm>
            <a:off x="1263192" y="320511"/>
            <a:ext cx="1978427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SDR# (SDR Sharp)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7087D-C03B-25F2-C522-1E84FC3DB4B1}"/>
              </a:ext>
            </a:extLst>
          </p:cNvPr>
          <p:cNvSpPr txBox="1"/>
          <p:nvPr/>
        </p:nvSpPr>
        <p:spPr>
          <a:xfrm>
            <a:off x="3984827" y="130255"/>
            <a:ext cx="6342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Processing Signals from Receiver</a:t>
            </a:r>
          </a:p>
        </p:txBody>
      </p:sp>
    </p:spTree>
    <p:extLst>
      <p:ext uri="{BB962C8B-B14F-4D97-AF65-F5344CB8AC3E}">
        <p14:creationId xmlns:p14="http://schemas.microsoft.com/office/powerpoint/2010/main" val="158176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F0BFA-924A-E40A-FAEC-2833CBD5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50" y="683131"/>
            <a:ext cx="9892981" cy="6174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D6DA45-8C19-0CA6-FF8D-3A1D338128CB}"/>
              </a:ext>
            </a:extLst>
          </p:cNvPr>
          <p:cNvSpPr txBox="1"/>
          <p:nvPr/>
        </p:nvSpPr>
        <p:spPr>
          <a:xfrm>
            <a:off x="8983745" y="5590094"/>
            <a:ext cx="2011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Stellarium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87602-EBC3-9F1F-AF34-B2A50D89DF06}"/>
              </a:ext>
            </a:extLst>
          </p:cNvPr>
          <p:cNvSpPr txBox="1"/>
          <p:nvPr/>
        </p:nvSpPr>
        <p:spPr>
          <a:xfrm>
            <a:off x="3614580" y="98356"/>
            <a:ext cx="4749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Tracking celestial bodies</a:t>
            </a:r>
            <a:endParaRPr lang="en-US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C8FCB-1B5B-3BD3-33B9-62CBA64E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75" y="828939"/>
            <a:ext cx="10374173" cy="5839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8FF8A2-B027-AD31-9243-9D968AAEF00A}"/>
              </a:ext>
            </a:extLst>
          </p:cNvPr>
          <p:cNvSpPr txBox="1"/>
          <p:nvPr/>
        </p:nvSpPr>
        <p:spPr>
          <a:xfrm>
            <a:off x="5684363" y="961534"/>
            <a:ext cx="1592231" cy="64633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Software for</a:t>
            </a:r>
          </a:p>
          <a:p>
            <a:r>
              <a:rPr lang="en-US" dirty="0"/>
              <a:t>AZ/EL rotators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9523F-2DB1-A9A1-6463-8751AA8AC2EC}"/>
              </a:ext>
            </a:extLst>
          </p:cNvPr>
          <p:cNvSpPr txBox="1"/>
          <p:nvPr/>
        </p:nvSpPr>
        <p:spPr>
          <a:xfrm>
            <a:off x="3855802" y="81526"/>
            <a:ext cx="4749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Controlling Antenna</a:t>
            </a:r>
            <a:endParaRPr lang="en-US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54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3A5E8-341E-5B1D-A0C8-88C80899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997" y="650450"/>
            <a:ext cx="9445658" cy="51470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CD8537-13AD-5F47-9384-C1207BA11129}"/>
              </a:ext>
            </a:extLst>
          </p:cNvPr>
          <p:cNvSpPr txBox="1"/>
          <p:nvPr/>
        </p:nvSpPr>
        <p:spPr>
          <a:xfrm>
            <a:off x="4035316" y="204942"/>
            <a:ext cx="4749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Controlling Antenna</a:t>
            </a:r>
            <a:endParaRPr lang="en-US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07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1266-1F83-B305-7881-12A23E87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7C30-0952-AF6D-48B3-6D919F64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650" y="393174"/>
            <a:ext cx="4597712" cy="52351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Goal for Project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8A557-AB02-1F1B-B874-2FA777838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5206146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Replace the existing software which is not updated regularly.</a:t>
            </a:r>
          </a:p>
          <a:p>
            <a:pPr lvl="1">
              <a:lnSpc>
                <a:spcPct val="125000"/>
              </a:lnSpc>
            </a:pPr>
            <a:r>
              <a:rPr lang="en-US" sz="2000" dirty="0"/>
              <a:t>The new software package should be updated by the community regularly.  </a:t>
            </a:r>
          </a:p>
          <a:p>
            <a:pPr lvl="1">
              <a:lnSpc>
                <a:spcPct val="125000"/>
              </a:lnSpc>
            </a:pPr>
            <a:r>
              <a:rPr lang="en-US" sz="2000" dirty="0"/>
              <a:t>Known issues should be addressed relatively quickly.</a:t>
            </a:r>
          </a:p>
          <a:p>
            <a:pPr>
              <a:lnSpc>
                <a:spcPct val="125000"/>
              </a:lnSpc>
            </a:pPr>
            <a:r>
              <a:rPr lang="en-US" sz="2400" dirty="0"/>
              <a:t>Assemble a relatively easy to use software package for middle school students for science projects. </a:t>
            </a:r>
          </a:p>
          <a:p>
            <a:pPr lvl="1">
              <a:lnSpc>
                <a:spcPct val="125000"/>
              </a:lnSpc>
            </a:pPr>
            <a:r>
              <a:rPr lang="en-US" sz="2000" dirty="0"/>
              <a:t>Software package should be very stable so users don’t have to face constant operation issues.</a:t>
            </a:r>
          </a:p>
          <a:p>
            <a:pPr lvl="1">
              <a:lnSpc>
                <a:spcPct val="125000"/>
              </a:lnSpc>
            </a:pPr>
            <a:r>
              <a:rPr lang="en-US" sz="2000" dirty="0"/>
              <a:t>Appropriate logging is needed</a:t>
            </a:r>
          </a:p>
        </p:txBody>
      </p:sp>
    </p:spTree>
    <p:extLst>
      <p:ext uri="{BB962C8B-B14F-4D97-AF65-F5344CB8AC3E}">
        <p14:creationId xmlns:p14="http://schemas.microsoft.com/office/powerpoint/2010/main" val="2970726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97D0-DB2B-411D-1B5B-8AC27B13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3B26-B847-1772-4562-EE126971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558" y="346906"/>
            <a:ext cx="7873844" cy="52351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Requirements and Suggestions for Project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F983-4CBF-E281-8078-BE70D44EB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520614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For CESC 510: 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Research what software packages the amateur radio astronomers commonly use which are compatible to our hardware.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Install the chosen software package on your computer which runs a SDR for signal receiving and experiment with the basic operations.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Do a field test at Burns to make sure the package works.</a:t>
            </a:r>
          </a:p>
          <a:p>
            <a:pPr>
              <a:lnSpc>
                <a:spcPct val="125000"/>
              </a:lnSpc>
            </a:pPr>
            <a:r>
              <a:rPr lang="en-US" sz="2400" dirty="0"/>
              <a:t>For Senior Design: 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All the above.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Create an antenna simulator that can simulate the rotation of the antenna and modulate the strength of received signals.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Create a wrapper app so that different pieces of software in the package can be started and operated with the wrapper to reduce the operational overhead and cognitive load.</a:t>
            </a:r>
          </a:p>
          <a:p>
            <a:pPr lvl="1">
              <a:lnSpc>
                <a:spcPct val="125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7446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7A7C-8EA1-4867-E96B-C846E250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4FE0-D838-8352-848E-3B530993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3517"/>
          </a:xfrm>
        </p:spPr>
        <p:txBody>
          <a:bodyPr>
            <a:noAutofit/>
          </a:bodyPr>
          <a:lstStyle/>
          <a:p>
            <a:r>
              <a:rPr lang="en-US" sz="3200" dirty="0"/>
              <a:t>Project 2: ATC Communication Quality Research Using SDR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D7B4-3078-0928-8C76-BB0446EB4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33"/>
            <a:ext cx="10515600" cy="5051838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600" dirty="0"/>
              <a:t>ATC communications between ATC controller and pilots still are based on classic VHF AM technology.</a:t>
            </a:r>
          </a:p>
          <a:p>
            <a:pPr>
              <a:lnSpc>
                <a:spcPct val="125000"/>
              </a:lnSpc>
            </a:pPr>
            <a:r>
              <a:rPr lang="en-US" sz="2600" dirty="0"/>
              <a:t>Voice quality of ATC communication can vary.</a:t>
            </a:r>
          </a:p>
          <a:p>
            <a:pPr>
              <a:lnSpc>
                <a:spcPct val="125000"/>
              </a:lnSpc>
            </a:pPr>
            <a:r>
              <a:rPr lang="en-US" sz="2600" dirty="0"/>
              <a:t>We want to figure what are the factors that affects the quality of VHF AM communications.</a:t>
            </a:r>
          </a:p>
          <a:p>
            <a:pPr>
              <a:lnSpc>
                <a:spcPct val="125000"/>
              </a:lnSpc>
            </a:pPr>
            <a:r>
              <a:rPr lang="en-US" sz="2600" dirty="0"/>
              <a:t>Result of quality research can be used in two ways: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Improve audio quality of the receiver output so that an ASR (automatic speech recognition) system can work better.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Generate realistic voice signals that can be used for ASR model finetuning.</a:t>
            </a:r>
          </a:p>
          <a:p>
            <a:pPr lvl="1">
              <a:lnSpc>
                <a:spcPct val="125000"/>
              </a:lnSpc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7D5AB-67E2-B7FD-B274-F1D63C012425}"/>
              </a:ext>
            </a:extLst>
          </p:cNvPr>
          <p:cNvSpPr txBox="1"/>
          <p:nvPr/>
        </p:nvSpPr>
        <p:spPr>
          <a:xfrm>
            <a:off x="838200" y="1095236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Background info</a:t>
            </a:r>
          </a:p>
        </p:txBody>
      </p:sp>
    </p:spTree>
    <p:extLst>
      <p:ext uri="{BB962C8B-B14F-4D97-AF65-F5344CB8AC3E}">
        <p14:creationId xmlns:p14="http://schemas.microsoft.com/office/powerpoint/2010/main" val="762685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C4CF-E9E8-38CC-7934-32298630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3BE6-175D-FF0F-7D10-FD15B4BB4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663" y="1693927"/>
            <a:ext cx="10515600" cy="3366127"/>
          </a:xfrm>
        </p:spPr>
        <p:txBody>
          <a:bodyPr>
            <a:normAutofit fontScale="92500"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Requesting ATC voice data from </a:t>
            </a:r>
            <a:r>
              <a:rPr lang="en-US" sz="2400" dirty="0" err="1"/>
              <a:t>LiveATC</a:t>
            </a:r>
            <a:r>
              <a:rPr lang="en-US" sz="2400" dirty="0"/>
              <a:t> and other sources, such as FOIA.</a:t>
            </a:r>
          </a:p>
          <a:p>
            <a:pPr>
              <a:lnSpc>
                <a:spcPct val="125000"/>
              </a:lnSpc>
            </a:pPr>
            <a:r>
              <a:rPr lang="en-US" sz="2400" dirty="0"/>
              <a:t>Recording ATC voice data using our own hardware and software: 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We use the same SDR as Project 1 to create VHF AM receivers.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There are many different choices for software to get the audio signal out:</a:t>
            </a:r>
          </a:p>
          <a:p>
            <a:pPr lvl="2">
              <a:lnSpc>
                <a:spcPct val="125000"/>
              </a:lnSpc>
            </a:pPr>
            <a:r>
              <a:rPr lang="en-US" sz="2400" dirty="0"/>
              <a:t>Use existing SDR software packages with AM demodulation, such as </a:t>
            </a:r>
            <a:r>
              <a:rPr lang="en-US" sz="2400" dirty="0" err="1"/>
              <a:t>AirSpy</a:t>
            </a:r>
            <a:r>
              <a:rPr lang="en-US" sz="2400" dirty="0"/>
              <a:t>.</a:t>
            </a:r>
          </a:p>
          <a:p>
            <a:pPr lvl="2">
              <a:lnSpc>
                <a:spcPct val="125000"/>
              </a:lnSpc>
            </a:pPr>
            <a:r>
              <a:rPr lang="en-US" sz="2400" dirty="0"/>
              <a:t>Create our own AM receiver based on tools like GNU Radio.</a:t>
            </a:r>
          </a:p>
          <a:p>
            <a:pPr lvl="1">
              <a:lnSpc>
                <a:spcPct val="125000"/>
              </a:lnSpc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96871-933A-F8EB-56A4-E98D0E047BDB}"/>
              </a:ext>
            </a:extLst>
          </p:cNvPr>
          <p:cNvSpPr txBox="1"/>
          <p:nvPr/>
        </p:nvSpPr>
        <p:spPr>
          <a:xfrm>
            <a:off x="3972758" y="494013"/>
            <a:ext cx="4246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Getting ATC Voice Data</a:t>
            </a:r>
          </a:p>
        </p:txBody>
      </p:sp>
    </p:spTree>
    <p:extLst>
      <p:ext uri="{BB962C8B-B14F-4D97-AF65-F5344CB8AC3E}">
        <p14:creationId xmlns:p14="http://schemas.microsoft.com/office/powerpoint/2010/main" val="1082325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B769-B53A-9146-9AE4-1679A7BF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BEDD-4A54-0EC1-A7C4-26CEE701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346906"/>
            <a:ext cx="6742998" cy="523517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Goal/Requirements of Project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5E81-007E-82C6-A3B8-41C449B6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460"/>
            <a:ext cx="10515600" cy="4706872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For CESC 510: Can select one of TWO flavors: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Flavor 1: Voice quality research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Analyze requested voice data to document the variation of voice quality for different location, ATC positions, frequencies, and time.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Associate the spectrum of the audio signal and the audio quality and investigate root cause for reduced audio quality.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Record data by experimenting on slightly changing the receiver frequency and tweaking filter shapes to mimic different voice qualities.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Simulate the creation of reduced quality audio signals.</a:t>
            </a:r>
          </a:p>
        </p:txBody>
      </p:sp>
    </p:spTree>
    <p:extLst>
      <p:ext uri="{BB962C8B-B14F-4D97-AF65-F5344CB8AC3E}">
        <p14:creationId xmlns:p14="http://schemas.microsoft.com/office/powerpoint/2010/main" val="4229123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07CE-346D-3D17-2A33-5CEED636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45E9-CD94-3686-9328-BD02A8F3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346906"/>
            <a:ext cx="6742998" cy="523517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Goal/Requirements of Project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57DA-BEB4-090C-A300-28EAB4CF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5206146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For CESC 510: Can select one of TWO flavors:</a:t>
            </a:r>
          </a:p>
          <a:p>
            <a:pPr lvl="1">
              <a:lnSpc>
                <a:spcPct val="125000"/>
              </a:lnSpc>
            </a:pPr>
            <a:r>
              <a:rPr lang="en-US" sz="2200" dirty="0"/>
              <a:t>Flavor 2: Noice characteristic research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Analyze noise patterns in the requested voice data. </a:t>
            </a:r>
          </a:p>
          <a:p>
            <a:pPr lvl="3">
              <a:lnSpc>
                <a:spcPct val="125000"/>
              </a:lnSpc>
            </a:pPr>
            <a:r>
              <a:rPr lang="en-US" dirty="0"/>
              <a:t>Patterns may include time domain distributions of noise signal strength and well as frequency domain spectrum pattern.</a:t>
            </a:r>
          </a:p>
          <a:p>
            <a:pPr lvl="3">
              <a:lnSpc>
                <a:spcPct val="125000"/>
              </a:lnSpc>
            </a:pPr>
            <a:r>
              <a:rPr lang="en-US" dirty="0"/>
              <a:t>Associate the pattern and strength of noise to distance between transmitter and receiver if possible. The distance can be calculated by using ADS-B data.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Associate the spectrum of the voice signal and the adjacent noise signal to see the effect of receiver filters.</a:t>
            </a:r>
          </a:p>
          <a:p>
            <a:pPr lvl="2">
              <a:lnSpc>
                <a:spcPct val="125000"/>
              </a:lnSpc>
            </a:pPr>
            <a:r>
              <a:rPr lang="en-US" dirty="0"/>
              <a:t>Experiment the creation of noise that have similar noise patterns as that from requested data.</a:t>
            </a:r>
          </a:p>
        </p:txBody>
      </p:sp>
    </p:spTree>
    <p:extLst>
      <p:ext uri="{BB962C8B-B14F-4D97-AF65-F5344CB8AC3E}">
        <p14:creationId xmlns:p14="http://schemas.microsoft.com/office/powerpoint/2010/main" val="93437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C0DD-68C3-F6E9-D2D4-8CA4FE93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8BBA-19F7-4A4B-6333-916553CF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346906"/>
            <a:ext cx="6742998" cy="523517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Goal/Requirements of Project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BBB9-6736-80FC-781A-A22EA3F7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2126357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For Senior Design Classes: </a:t>
            </a:r>
          </a:p>
          <a:p>
            <a:pPr lvl="1">
              <a:lnSpc>
                <a:spcPct val="125000"/>
              </a:lnSpc>
            </a:pPr>
            <a:r>
              <a:rPr lang="en-US" dirty="0"/>
              <a:t>The union of the above two flavors.</a:t>
            </a:r>
          </a:p>
          <a:p>
            <a:pPr lvl="1">
              <a:lnSpc>
                <a:spcPct val="125000"/>
              </a:lnSpc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8F566-2A21-25C9-9723-FB03AA20D569}"/>
              </a:ext>
            </a:extLst>
          </p:cNvPr>
          <p:cNvSpPr txBox="1"/>
          <p:nvPr/>
        </p:nvSpPr>
        <p:spPr>
          <a:xfrm>
            <a:off x="3071934" y="4151264"/>
            <a:ext cx="6048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Additional requirements may be added later.</a:t>
            </a:r>
          </a:p>
        </p:txBody>
      </p:sp>
    </p:spTree>
    <p:extLst>
      <p:ext uri="{BB962C8B-B14F-4D97-AF65-F5344CB8AC3E}">
        <p14:creationId xmlns:p14="http://schemas.microsoft.com/office/powerpoint/2010/main" val="35764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974</Words>
  <Application>Microsoft Office PowerPoint</Application>
  <PresentationFormat>Widescreen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Courier New</vt:lpstr>
      <vt:lpstr>Office Theme</vt:lpstr>
      <vt:lpstr>Projects Options for CESC 510 and/or Senior Design Classes</vt:lpstr>
      <vt:lpstr>Project 1: Small Radio Telescope (SRT) Based on Software Defined Radio (SDR)</vt:lpstr>
      <vt:lpstr>Hardware Diagram and Components</vt:lpstr>
      <vt:lpstr>PowerPoint Presentation</vt:lpstr>
      <vt:lpstr>PowerPoint Presentation</vt:lpstr>
      <vt:lpstr>Software Versions of the SRT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Goal for Project 1</vt:lpstr>
      <vt:lpstr>Requirements and Suggestions for Project 1</vt:lpstr>
      <vt:lpstr>Project 2: ATC Communication Quality Research Using SDR</vt:lpstr>
      <vt:lpstr>PowerPoint Presentation</vt:lpstr>
      <vt:lpstr>Goal/Requirements of Project 2</vt:lpstr>
      <vt:lpstr>Goal/Requirements of Project 2</vt:lpstr>
      <vt:lpstr>Goal/Requirements of Project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Jianhua</dc:creator>
  <cp:lastModifiedBy>Liu, Jianhua</cp:lastModifiedBy>
  <cp:revision>22</cp:revision>
  <dcterms:created xsi:type="dcterms:W3CDTF">2026-06-10T14:29:41Z</dcterms:created>
  <dcterms:modified xsi:type="dcterms:W3CDTF">2026-08-27T01:44:17Z</dcterms:modified>
</cp:coreProperties>
</file>